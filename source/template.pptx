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341" r:id="rId2"/>
    <p:sldId id="342" r:id="rId3"/>
    <p:sldId id="343" r:id="rId4"/>
    <p:sldId id="345" r:id="rId5"/>
    <p:sldId id="344" r:id="rId6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5" d="100"/>
          <a:sy n="65" d="100"/>
        </p:scale>
        <p:origin x="904" y="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投影片" preserve="1">
  <p:cSld name="標題投影片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 descr="一張含有 圖形 的圖片&#10;&#10;AI 產生的內容可能不正確。">
            <a:extLst>
              <a:ext uri="{FF2B5EF4-FFF2-40B4-BE49-F238E27FC236}">
                <a16:creationId xmlns:a16="http://schemas.microsoft.com/office/drawing/2014/main" id="{026A16C4-3BD0-72DB-C8B5-239F03494B4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7" y="0"/>
            <a:ext cx="12187066" cy="6858000"/>
          </a:xfrm>
          <a:prstGeom prst="rect">
            <a:avLst/>
          </a:prstGeom>
        </p:spPr>
      </p:pic>
      <p:sp>
        <p:nvSpPr>
          <p:cNvPr id="14" name="Google Shape;14;p7"/>
          <p:cNvSpPr txBox="1">
            <a:spLocks noGrp="1"/>
          </p:cNvSpPr>
          <p:nvPr>
            <p:ph type="title"/>
          </p:nvPr>
        </p:nvSpPr>
        <p:spPr>
          <a:xfrm>
            <a:off x="1114515" y="1278736"/>
            <a:ext cx="9962700" cy="75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F4F4F"/>
              </a:buClr>
              <a:buSzPts val="3000"/>
              <a:buNone/>
              <a:defRPr sz="3000" i="0">
                <a:solidFill>
                  <a:srgbClr val="4F4F4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9pPr>
          </a:lstStyle>
          <a:p>
            <a:endParaRPr/>
          </a:p>
        </p:txBody>
      </p:sp>
      <p:sp>
        <p:nvSpPr>
          <p:cNvPr id="15" name="Google Shape;15;p7"/>
          <p:cNvSpPr txBox="1">
            <a:spLocks noGrp="1"/>
          </p:cNvSpPr>
          <p:nvPr>
            <p:ph type="body" idx="1"/>
          </p:nvPr>
        </p:nvSpPr>
        <p:spPr>
          <a:xfrm>
            <a:off x="1114350" y="2394796"/>
            <a:ext cx="9963300" cy="30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E171B"/>
              </a:buClr>
              <a:buSzPts val="2400"/>
              <a:buChar char="●"/>
              <a:defRPr i="0">
                <a:solidFill>
                  <a:srgbClr val="4F4F4F"/>
                </a:solidFill>
              </a:defRPr>
            </a:lvl1pPr>
            <a:lvl2pPr marL="914400" marR="0" lvl="1" indent="-355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CC181D"/>
              </a:buClr>
              <a:buSzPts val="2000"/>
              <a:buChar char="●"/>
              <a:defRPr i="0">
                <a:solidFill>
                  <a:srgbClr val="4F4F4F"/>
                </a:solidFill>
              </a:defRPr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E171B"/>
              </a:buClr>
              <a:buSzPts val="1800"/>
              <a:buChar char="■"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E171B"/>
              </a:buClr>
              <a:buSzPts val="1800"/>
              <a:buNone/>
              <a:defRPr b="1"/>
            </a:lvl4pPr>
            <a:lvl5pPr marL="2286000" lvl="4" indent="-3238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E171B"/>
              </a:buClr>
              <a:buSzPts val="1500"/>
              <a:buChar char="•"/>
              <a:defRPr sz="1500" b="1"/>
            </a:lvl5pPr>
            <a:lvl6pPr marL="2743200" lvl="5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E171B"/>
              </a:buClr>
              <a:buSzPts val="1400"/>
              <a:buChar char="•"/>
              <a:defRPr sz="1400" b="1">
                <a:solidFill>
                  <a:srgbClr val="464444"/>
                </a:solidFill>
              </a:defRPr>
            </a:lvl6pPr>
            <a:lvl7pPr marL="3200400" lvl="6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E171B"/>
              </a:buClr>
              <a:buSzPts val="1200"/>
              <a:buChar char="•"/>
              <a:defRPr sz="1200" b="1">
                <a:solidFill>
                  <a:srgbClr val="464444"/>
                </a:solidFill>
              </a:defRPr>
            </a:lvl7pPr>
            <a:lvl8pPr marL="3657600" lvl="7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E171B"/>
              </a:buClr>
              <a:buSzPts val="1000"/>
              <a:buChar char="•"/>
              <a:defRPr sz="1000" b="1">
                <a:solidFill>
                  <a:srgbClr val="464444"/>
                </a:solidFill>
              </a:defRPr>
            </a:lvl8pPr>
            <a:lvl9pPr marL="4114800" lvl="8" indent="-279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E171B"/>
              </a:buClr>
              <a:buSzPts val="800"/>
              <a:buChar char="•"/>
              <a:defRPr sz="800" b="1">
                <a:solidFill>
                  <a:srgbClr val="464444"/>
                </a:solidFill>
              </a:defRPr>
            </a:lvl9pPr>
          </a:lstStyle>
          <a:p>
            <a:endParaRPr/>
          </a:p>
        </p:txBody>
      </p:sp>
      <p:cxnSp>
        <p:nvCxnSpPr>
          <p:cNvPr id="16" name="Google Shape;16;p7"/>
          <p:cNvCxnSpPr/>
          <p:nvPr/>
        </p:nvCxnSpPr>
        <p:spPr>
          <a:xfrm>
            <a:off x="1114515" y="2056042"/>
            <a:ext cx="9962700" cy="0"/>
          </a:xfrm>
          <a:prstGeom prst="straightConnector1">
            <a:avLst/>
          </a:prstGeom>
          <a:noFill/>
          <a:ln w="19050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17" name="Google Shape;17;p7" title="金控_中_白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600" y="5618832"/>
            <a:ext cx="2830550" cy="10770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204880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標題投影片" preserve="1">
  <p:cSld name="2_標題投影片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 descr="一張含有 圖形 的圖片&#10;&#10;AI 產生的內容可能不正確。">
            <a:extLst>
              <a:ext uri="{FF2B5EF4-FFF2-40B4-BE49-F238E27FC236}">
                <a16:creationId xmlns:a16="http://schemas.microsoft.com/office/drawing/2014/main" id="{E912A1DA-C32A-79BA-3D45-A52103A38DF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7" y="0"/>
            <a:ext cx="12187066" cy="6858000"/>
          </a:xfrm>
          <a:prstGeom prst="rect">
            <a:avLst/>
          </a:prstGeom>
        </p:spPr>
      </p:pic>
      <p:pic>
        <p:nvPicPr>
          <p:cNvPr id="19" name="Google Shape;19;p8" title="金控_中_白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600" y="5618832"/>
            <a:ext cx="2830550" cy="1077051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8"/>
          <p:cNvSpPr txBox="1">
            <a:spLocks noGrp="1"/>
          </p:cNvSpPr>
          <p:nvPr>
            <p:ph type="title"/>
          </p:nvPr>
        </p:nvSpPr>
        <p:spPr>
          <a:xfrm>
            <a:off x="1114531" y="1640061"/>
            <a:ext cx="9962700" cy="214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4F4F"/>
              </a:buClr>
              <a:buSzPts val="4400"/>
              <a:buNone/>
              <a:defRPr sz="4400" i="0">
                <a:solidFill>
                  <a:srgbClr val="4F4F4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44605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標題投影片" preserve="1">
  <p:cSld name="3_標題投影片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 descr="一張含有 圖形, 設計 的圖片&#10;&#10;AI 產生的內容可能不正確。">
            <a:extLst>
              <a:ext uri="{FF2B5EF4-FFF2-40B4-BE49-F238E27FC236}">
                <a16:creationId xmlns:a16="http://schemas.microsoft.com/office/drawing/2014/main" id="{C649EEB2-B486-967D-A023-BE167D421EC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7" y="0"/>
            <a:ext cx="12187066" cy="6858000"/>
          </a:xfrm>
          <a:prstGeom prst="rect">
            <a:avLst/>
          </a:prstGeom>
        </p:spPr>
      </p:pic>
      <p:pic>
        <p:nvPicPr>
          <p:cNvPr id="22" name="Google Shape;22;p9" title="金控_中_白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600" y="5618832"/>
            <a:ext cx="2830550" cy="1077051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9"/>
          <p:cNvSpPr txBox="1">
            <a:spLocks noGrp="1"/>
          </p:cNvSpPr>
          <p:nvPr>
            <p:ph type="title"/>
          </p:nvPr>
        </p:nvSpPr>
        <p:spPr>
          <a:xfrm>
            <a:off x="1114531" y="1640061"/>
            <a:ext cx="9962700" cy="214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4F4F"/>
              </a:buClr>
              <a:buSzPts val="4400"/>
              <a:buNone/>
              <a:defRPr sz="4400" i="0">
                <a:solidFill>
                  <a:srgbClr val="4F4F4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136617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標題及內容" preserve="1">
  <p:cSld name="1_標題及內容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0"/>
          <p:cNvSpPr txBox="1">
            <a:spLocks noGrp="1"/>
          </p:cNvSpPr>
          <p:nvPr>
            <p:ph type="body" idx="1"/>
          </p:nvPr>
        </p:nvSpPr>
        <p:spPr>
          <a:xfrm>
            <a:off x="368595" y="1247553"/>
            <a:ext cx="11242500" cy="488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CC181D"/>
              </a:buClr>
              <a:buSzPts val="2400"/>
              <a:buFont typeface="Noto Sans Symbols"/>
              <a:buChar char="■"/>
              <a:defRPr sz="2400" b="1"/>
            </a:lvl1pPr>
            <a:lvl2pPr marL="914400" lvl="1" indent="-355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CC181D"/>
              </a:buClr>
              <a:buSzPts val="2000"/>
              <a:buFont typeface="Noto Sans Symbols"/>
              <a:buChar char="●"/>
              <a:defRPr sz="2000" b="1"/>
            </a:lvl2pPr>
            <a:lvl3pPr marL="1371600" lvl="2" indent="-330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CC181D"/>
              </a:buClr>
              <a:buSzPts val="1600"/>
              <a:buFont typeface="Noto Sans Symbols"/>
              <a:buChar char="●"/>
              <a:defRPr sz="1600" b="1"/>
            </a:lvl3pPr>
            <a:lvl4pPr marL="1828800" lvl="3" indent="-30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CC181D"/>
              </a:buClr>
              <a:buSzPts val="1200"/>
              <a:buFont typeface="Arial"/>
              <a:buChar char="•"/>
              <a:defRPr sz="1200" b="1"/>
            </a:lvl4pPr>
            <a:lvl5pPr marL="2286000" lvl="4" indent="-31432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C181D"/>
              </a:buClr>
              <a:buSzPts val="1350"/>
              <a:buFont typeface="Noto Sans Symbols"/>
              <a:buChar char="●"/>
              <a:defRPr sz="1350" b="1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10"/>
          <p:cNvSpPr txBox="1">
            <a:spLocks noGrp="1"/>
          </p:cNvSpPr>
          <p:nvPr>
            <p:ph type="title"/>
          </p:nvPr>
        </p:nvSpPr>
        <p:spPr>
          <a:xfrm>
            <a:off x="349956" y="259072"/>
            <a:ext cx="11261019" cy="7598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64444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0"/>
          <p:cNvSpPr txBox="1">
            <a:spLocks noGrp="1"/>
          </p:cNvSpPr>
          <p:nvPr>
            <p:ph type="sldNum" idx="12"/>
          </p:nvPr>
        </p:nvSpPr>
        <p:spPr>
          <a:xfrm flipH="1">
            <a:off x="11397425" y="6394525"/>
            <a:ext cx="651300" cy="32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656565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656565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656565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656565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656565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656565"/>
                </a:solidFill>
                <a:latin typeface="Noto Sans"/>
                <a:ea typeface="Noto Sans"/>
                <a:cs typeface="Noto Sans"/>
                <a:sym typeface="Noto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656565"/>
                </a:solidFill>
                <a:latin typeface="Noto Sans"/>
                <a:ea typeface="Noto Sans"/>
                <a:cs typeface="Noto Sans"/>
                <a:sym typeface="Noto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656565"/>
                </a:solidFill>
                <a:latin typeface="Noto Sans"/>
                <a:ea typeface="Noto Sans"/>
                <a:cs typeface="Noto Sans"/>
                <a:sym typeface="Noto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656565"/>
                </a:solidFill>
                <a:latin typeface="Noto Sans"/>
                <a:ea typeface="Noto Sans"/>
                <a:cs typeface="Noto Sans"/>
                <a:sym typeface="Noto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28" name="Google Shape;28;p10"/>
          <p:cNvSpPr txBox="1"/>
          <p:nvPr/>
        </p:nvSpPr>
        <p:spPr>
          <a:xfrm>
            <a:off x="-2146501" y="-1235899"/>
            <a:ext cx="11261019" cy="7598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64444"/>
              </a:buClr>
              <a:buSzPts val="3000"/>
              <a:buFont typeface="Noto Sans"/>
              <a:buNone/>
            </a:pPr>
            <a:endParaRPr sz="3000" b="1" i="0" u="none" strike="noStrike" cap="none">
              <a:solidFill>
                <a:srgbClr val="464444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pic>
        <p:nvPicPr>
          <p:cNvPr id="29" name="Google Shape;29;p10" title="標語_中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311550" y="6534225"/>
            <a:ext cx="1071550" cy="128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" name="Google Shape;30;p10" title="金控_中_彩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6248175"/>
            <a:ext cx="1602775" cy="6098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1" name="Google Shape;31;p10"/>
          <p:cNvCxnSpPr/>
          <p:nvPr/>
        </p:nvCxnSpPr>
        <p:spPr>
          <a:xfrm>
            <a:off x="1597301" y="6445831"/>
            <a:ext cx="8341800" cy="0"/>
          </a:xfrm>
          <a:prstGeom prst="straightConnector1">
            <a:avLst/>
          </a:prstGeom>
          <a:noFill/>
          <a:ln w="19050" cap="flat" cmpd="sng">
            <a:solidFill>
              <a:srgbClr val="D70C18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2" name="Google Shape;32;p10"/>
          <p:cNvCxnSpPr/>
          <p:nvPr/>
        </p:nvCxnSpPr>
        <p:spPr>
          <a:xfrm rot="10800000">
            <a:off x="9939225" y="6445838"/>
            <a:ext cx="1446600" cy="0"/>
          </a:xfrm>
          <a:prstGeom prst="straightConnector1">
            <a:avLst/>
          </a:prstGeom>
          <a:noFill/>
          <a:ln w="19050" cap="flat" cmpd="sng">
            <a:solidFill>
              <a:srgbClr val="D8D8D8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35196433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章節標題" preserve="1">
  <p:cSld name="2_章節標題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 descr="一張含有 設計 的圖片&#10;&#10;AI 產生的內容可能不正確。">
            <a:extLst>
              <a:ext uri="{FF2B5EF4-FFF2-40B4-BE49-F238E27FC236}">
                <a16:creationId xmlns:a16="http://schemas.microsoft.com/office/drawing/2014/main" id="{3B5AF3D8-B199-5417-755A-9D51D04F6ED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7" y="0"/>
            <a:ext cx="12187066" cy="6858000"/>
          </a:xfrm>
          <a:prstGeom prst="rect">
            <a:avLst/>
          </a:prstGeom>
        </p:spPr>
      </p:pic>
      <p:sp>
        <p:nvSpPr>
          <p:cNvPr id="34" name="Google Shape;34;p11"/>
          <p:cNvSpPr txBox="1">
            <a:spLocks noGrp="1"/>
          </p:cNvSpPr>
          <p:nvPr>
            <p:ph type="title"/>
          </p:nvPr>
        </p:nvSpPr>
        <p:spPr>
          <a:xfrm>
            <a:off x="831851" y="4128475"/>
            <a:ext cx="10515600" cy="160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64444"/>
              </a:buClr>
              <a:buSzPts val="4800"/>
              <a:buNone/>
              <a:defRPr sz="4800" i="0">
                <a:solidFill>
                  <a:srgbClr val="464444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9pPr>
          </a:lstStyle>
          <a:p>
            <a:endParaRPr/>
          </a:p>
        </p:txBody>
      </p:sp>
      <p:pic>
        <p:nvPicPr>
          <p:cNvPr id="35" name="Google Shape;35;p11" title="金控_中_白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08100" y="688548"/>
            <a:ext cx="5575550" cy="21215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748605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CD00B95-F112-B8B7-381C-1E417E4AB9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97BE2AAC-90E4-D32C-C2EC-A159487F55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8B5046B-CF36-90D5-96AF-C53DBA745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F5755-7018-4945-A46B-2B4DE79FC767}" type="datetimeFigureOut">
              <a:rPr kumimoji="1" lang="zh-TW" altLang="en-US" smtClean="0"/>
              <a:t>2026/5/26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C4874EB-7423-DBD2-1C7B-424E851D8E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530B08D-6B26-34AE-92D0-8D2AB1E7F8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07DD83-9373-1C49-B3EB-CD40710A3CCF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9626679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body" idx="1"/>
          </p:nvPr>
        </p:nvSpPr>
        <p:spPr>
          <a:xfrm>
            <a:off x="519290" y="1176425"/>
            <a:ext cx="11091600" cy="50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F0000"/>
              </a:buClr>
              <a:buSzPts val="2400"/>
              <a:buFont typeface="Microsoft JhengHei"/>
              <a:buChar char="■"/>
              <a:defRPr sz="2400" b="1" i="0" u="none" strike="noStrike" cap="none">
                <a:solidFill>
                  <a:srgbClr val="464444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marL="914400" marR="0" lvl="1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F0000"/>
              </a:buClr>
              <a:buSzPts val="2000"/>
              <a:buFont typeface="Microsoft JhengHei"/>
              <a:buChar char="■"/>
              <a:defRPr sz="2000" b="1" i="0" u="none" strike="noStrike" cap="none">
                <a:solidFill>
                  <a:srgbClr val="464444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2pPr>
            <a:lvl3pPr marL="1371600" marR="0" lvl="2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F0000"/>
              </a:buClr>
              <a:buSzPts val="1600"/>
              <a:buFont typeface="Microsoft JhengHei"/>
              <a:buChar char="■"/>
              <a:defRPr sz="1600" b="1" i="0" u="none" strike="noStrike" cap="none">
                <a:solidFill>
                  <a:srgbClr val="464444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64444"/>
              </a:buClr>
              <a:buSzPts val="1600"/>
              <a:buFont typeface="Microsoft JhengHei"/>
              <a:buNone/>
              <a:defRPr sz="1600" b="1" i="0" u="none" strike="noStrike" cap="none">
                <a:solidFill>
                  <a:srgbClr val="464444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4pPr>
            <a:lvl5pPr marL="2286000" marR="0" lvl="4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64444"/>
              </a:buClr>
              <a:buSzPts val="2400"/>
              <a:buFont typeface="Microsoft JhengHei"/>
              <a:buChar char="•"/>
              <a:defRPr sz="2400" b="1" i="0" u="none" strike="noStrike" cap="none">
                <a:solidFill>
                  <a:srgbClr val="464444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icrosoft JhengHei"/>
              <a:buChar char="•"/>
              <a:defRPr sz="1800" b="1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icrosoft JhengHei"/>
              <a:buChar char="•"/>
              <a:defRPr sz="1800" b="1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icrosoft JhengHei"/>
              <a:buChar char="•"/>
              <a:defRPr sz="1800" b="1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icrosoft JhengHei"/>
              <a:buChar char="•"/>
              <a:defRPr sz="1800" b="1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9pPr>
          </a:lstStyle>
          <a:p>
            <a:endParaRPr/>
          </a:p>
        </p:txBody>
      </p:sp>
      <p:sp>
        <p:nvSpPr>
          <p:cNvPr id="11" name="Google Shape;11;p6"/>
          <p:cNvSpPr txBox="1">
            <a:spLocks noGrp="1"/>
          </p:cNvSpPr>
          <p:nvPr>
            <p:ph type="title"/>
          </p:nvPr>
        </p:nvSpPr>
        <p:spPr>
          <a:xfrm>
            <a:off x="519290" y="259072"/>
            <a:ext cx="11091685" cy="7598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64444"/>
              </a:buClr>
              <a:buSzPts val="3000"/>
              <a:buFont typeface="Microsoft JhengHei"/>
              <a:buNone/>
              <a:defRPr sz="3000" b="1" i="0" u="none" strike="noStrike" cap="none">
                <a:solidFill>
                  <a:srgbClr val="464444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icrosoft JhengHei"/>
              <a:buNone/>
              <a:defRPr sz="1800" i="0" u="none" strike="noStrike" cap="none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icrosoft JhengHei"/>
              <a:buNone/>
              <a:defRPr sz="1800" i="0" u="none" strike="noStrike" cap="none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icrosoft JhengHei"/>
              <a:buNone/>
              <a:defRPr sz="1800" i="0" u="none" strike="noStrike" cap="none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icrosoft JhengHei"/>
              <a:buNone/>
              <a:defRPr sz="1800" i="0" u="none" strike="noStrike" cap="none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icrosoft JhengHei"/>
              <a:buNone/>
              <a:defRPr sz="1800" i="0" u="none" strike="noStrike" cap="none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icrosoft JhengHei"/>
              <a:buNone/>
              <a:defRPr sz="1800" i="0" u="none" strike="noStrike" cap="none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icrosoft JhengHei"/>
              <a:buNone/>
              <a:defRPr sz="1800" i="0" u="none" strike="noStrike" cap="none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icrosoft JhengHei"/>
              <a:buNone/>
              <a:defRPr sz="1800" i="0" u="none" strike="noStrike" cap="none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9pPr>
          </a:lstStyle>
          <a:p>
            <a:endParaRPr/>
          </a:p>
        </p:txBody>
      </p:sp>
      <p:sp>
        <p:nvSpPr>
          <p:cNvPr id="12" name="Google Shape;12;p6"/>
          <p:cNvSpPr txBox="1">
            <a:spLocks noGrp="1"/>
          </p:cNvSpPr>
          <p:nvPr>
            <p:ph type="sldNum" idx="12"/>
          </p:nvPr>
        </p:nvSpPr>
        <p:spPr>
          <a:xfrm flipH="1">
            <a:off x="11397425" y="6394525"/>
            <a:ext cx="651300" cy="32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i="0" u="none" strike="noStrike" cap="none">
                <a:solidFill>
                  <a:srgbClr val="7F7F7F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i="0" u="none" strike="noStrike" cap="none">
                <a:solidFill>
                  <a:srgbClr val="7F7F7F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i="0" u="none" strike="noStrike" cap="none">
                <a:solidFill>
                  <a:srgbClr val="7F7F7F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i="0" u="none" strike="noStrike" cap="none">
                <a:solidFill>
                  <a:srgbClr val="7F7F7F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i="0" u="none" strike="noStrike" cap="none">
                <a:solidFill>
                  <a:srgbClr val="7F7F7F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i="0" u="none" strike="noStrike" cap="none">
                <a:solidFill>
                  <a:srgbClr val="7F7F7F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i="0" u="none" strike="noStrike" cap="none">
                <a:solidFill>
                  <a:srgbClr val="7F7F7F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i="0" u="none" strike="noStrike" cap="none">
                <a:solidFill>
                  <a:srgbClr val="7F7F7F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i="0" u="none" strike="noStrike" cap="none">
                <a:solidFill>
                  <a:srgbClr val="7F7F7F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25580184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806FCBD-1057-479C-BDC5-C41CA873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867639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版面配置區 1">
            <a:extLst>
              <a:ext uri="{FF2B5EF4-FFF2-40B4-BE49-F238E27FC236}">
                <a16:creationId xmlns:a16="http://schemas.microsoft.com/office/drawing/2014/main" id="{F2D3E9F5-02D2-41F3-84FF-82A1BCDAF6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55B66663-BE9B-44D5-A656-9441D95D31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BD31BC7-68DD-4189-BDED-499D67BF637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120009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1F1BD81-7560-4C47-80B7-96EF5E10A1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373121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版面配置區 1">
            <a:extLst>
              <a:ext uri="{FF2B5EF4-FFF2-40B4-BE49-F238E27FC236}">
                <a16:creationId xmlns:a16="http://schemas.microsoft.com/office/drawing/2014/main" id="{EC5F3D8B-EA27-47CE-B952-E01B8E029C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E038A42C-4719-41C3-8388-51109A6244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A794952-0213-4759-BC53-6FFF54ECC92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988741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48A9CEC-9C9C-4670-BE8D-52015FC6C4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89708870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佈景主題">
  <a:themeElements>
    <a:clrScheme name="Office 佈景主題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</Words>
  <Application>Microsoft Office PowerPoint</Application>
  <PresentationFormat>寬螢幕</PresentationFormat>
  <Paragraphs>2</Paragraphs>
  <Slides>5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5</vt:i4>
      </vt:variant>
    </vt:vector>
  </HeadingPairs>
  <TitlesOfParts>
    <vt:vector size="10" baseType="lpstr">
      <vt:lpstr>Noto Sans Symbols</vt:lpstr>
      <vt:lpstr>Microsoft JhengHei</vt:lpstr>
      <vt:lpstr>Arial</vt:lpstr>
      <vt:lpstr>Noto Sans</vt:lpstr>
      <vt:lpstr>1_Office 佈景主題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蕭宇喬</dc:creator>
  <cp:lastModifiedBy>蕭宇喬</cp:lastModifiedBy>
  <cp:revision>2</cp:revision>
  <dcterms:created xsi:type="dcterms:W3CDTF">2026-05-26T08:53:52Z</dcterms:created>
  <dcterms:modified xsi:type="dcterms:W3CDTF">2026-05-26T08:55:08Z</dcterms:modified>
</cp:coreProperties>
</file>
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6"/>
    <p:sldId id="343" r:id="rId5"/>
    <p:sldId id="344" r:id="rId4"/>
    <p:sldId id="345" r:id="rId3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台灣信用卡市場規模：流通卡數與簽帳金額雙軸趨勢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marker>
            <c:symbol val="circle"/>
            <c:size val="7"/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338561389.0</c:v>
                </c:pt>
                <c:pt idx="1">
                  <c:v>395294658.0</c:v>
                </c:pt>
                <c:pt idx="2">
                  <c:v>377172642.0</c:v>
                </c:pt>
                <c:pt idx="3">
                  <c:v>373344235.0</c:v>
                </c:pt>
                <c:pt idx="4">
                  <c:v>371785303.0</c:v>
                </c:pt>
                <c:pt idx="5">
                  <c:v>393715829.0</c:v>
                </c:pt>
                <c:pt idx="6">
                  <c:v>653264628.0</c:v>
                </c:pt>
                <c:pt idx="7">
                  <c:v>376250456.0</c:v>
                </c:pt>
                <c:pt idx="8">
                  <c:v>403174279.0</c:v>
                </c:pt>
                <c:pt idx="9">
                  <c:v>453412126.0</c:v>
                </c:pt>
                <c:pt idx="10">
                  <c:v>396704763.0</c:v>
                </c:pt>
                <c:pt idx="11">
                  <c:v>453663538.0</c:v>
                </c:pt>
              </c:numCache>
            </c:numRef>
          </c:val>
          <c:smooth val="0"/>
        </c:ser>
        <c:marker val="1"/>
        <c:axId val="100000001"/>
        <c:axId val="100000002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catAx>
        <c:axId val="100000001"/>
        <c:scaling>
          <c:orientation val="minMax"/>
        </c:scaling>
        <c:delete val="1"/>
        <c:axPos val="b"/>
        <c:crossAx val="100000002"/>
      </c:catAx>
      <c:valAx>
        <c:axId val="100000002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crossAx val="10000000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Top 10銀行簽帳金額市占分布：集中度分析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16.3956</c:v>
                </c:pt>
                <c:pt idx="1">
                  <c:v>15.7001</c:v>
                </c:pt>
                <c:pt idx="2">
                  <c:v>13.5065</c:v>
                </c:pt>
                <c:pt idx="3">
                  <c:v>13.4875</c:v>
                </c:pt>
                <c:pt idx="4">
                  <c:v>10.4624</c:v>
                </c:pt>
                <c:pt idx="5">
                  <c:v>5.9046</c:v>
                </c:pt>
                <c:pt idx="6">
                  <c:v>3.6005</c:v>
                </c:pt>
                <c:pt idx="7">
                  <c:v>4.3119</c:v>
                </c:pt>
                <c:pt idx="8">
                  <c:v>2.4456</c:v>
                </c:pt>
                <c:pt idx="9">
                  <c:v>1.6497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17.8475</c:v>
                </c:pt>
                <c:pt idx="1">
                  <c:v>17.6448</c:v>
                </c:pt>
                <c:pt idx="2">
                  <c:v>13.2221</c:v>
                </c:pt>
                <c:pt idx="3">
                  <c:v>11.2872</c:v>
                </c:pt>
                <c:pt idx="4">
                  <c:v>10.8389</c:v>
                </c:pt>
                <c:pt idx="5">
                  <c:v>6.0101</c:v>
                </c:pt>
                <c:pt idx="6">
                  <c:v>3.9859</c:v>
                </c:pt>
                <c:pt idx="7">
                  <c:v>3.383</c:v>
                </c:pt>
                <c:pt idx="8">
                  <c:v>2.3325</c:v>
                </c:pt>
                <c:pt idx="9">
                  <c:v>1.7818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17.7321</c:v>
                </c:pt>
                <c:pt idx="1">
                  <c:v>17.4688</c:v>
                </c:pt>
                <c:pt idx="2">
                  <c:v>12.732</c:v>
                </c:pt>
                <c:pt idx="3">
                  <c:v>12.0684</c:v>
                </c:pt>
                <c:pt idx="4">
                  <c:v>10.5138</c:v>
                </c:pt>
                <c:pt idx="5">
                  <c:v>5.7407</c:v>
                </c:pt>
                <c:pt idx="6">
                  <c:v>3.7361</c:v>
                </c:pt>
                <c:pt idx="7">
                  <c:v>3.7346</c:v>
                </c:pt>
                <c:pt idx="8">
                  <c:v>2.3642</c:v>
                </c:pt>
                <c:pt idx="9">
                  <c:v>1.6773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17.1704</c:v>
                </c:pt>
                <c:pt idx="1">
                  <c:v>17.8997</c:v>
                </c:pt>
                <c:pt idx="2">
                  <c:v>13.2544</c:v>
                </c:pt>
                <c:pt idx="3">
                  <c:v>11.759</c:v>
                </c:pt>
                <c:pt idx="4">
                  <c:v>10.7931</c:v>
                </c:pt>
                <c:pt idx="5">
                  <c:v>5.7756</c:v>
                </c:pt>
                <c:pt idx="6">
                  <c:v>3.7917</c:v>
                </c:pt>
                <c:pt idx="7">
                  <c:v>3.5581</c:v>
                </c:pt>
                <c:pt idx="8">
                  <c:v>2.4162</c:v>
                </c:pt>
                <c:pt idx="9">
                  <c:v>1.7328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16.9281</c:v>
                </c:pt>
                <c:pt idx="1">
                  <c:v>16.9657</c:v>
                </c:pt>
                <c:pt idx="2">
                  <c:v>13.0565</c:v>
                </c:pt>
                <c:pt idx="3">
                  <c:v>12.6372</c:v>
                </c:pt>
                <c:pt idx="4">
                  <c:v>10.936</c:v>
                </c:pt>
                <c:pt idx="5">
                  <c:v>5.5111</c:v>
                </c:pt>
                <c:pt idx="6">
                  <c:v>3.7419</c:v>
                </c:pt>
                <c:pt idx="7">
                  <c:v>3.737</c:v>
                </c:pt>
                <c:pt idx="8">
                  <c:v>2.5096</c:v>
                </c:pt>
                <c:pt idx="9">
                  <c:v>1.7315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17.0443</c:v>
                </c:pt>
                <c:pt idx="1">
                  <c:v>17.4075</c:v>
                </c:pt>
                <c:pt idx="2">
                  <c:v>12.9475</c:v>
                </c:pt>
                <c:pt idx="3">
                  <c:v>12.5714</c:v>
                </c:pt>
                <c:pt idx="4">
                  <c:v>11.1372</c:v>
                </c:pt>
                <c:pt idx="5">
                  <c:v>5.3504</c:v>
                </c:pt>
                <c:pt idx="6">
                  <c:v>3.6609</c:v>
                </c:pt>
                <c:pt idx="7">
                  <c:v>3.626</c:v>
                </c:pt>
                <c:pt idx="8">
                  <c:v>2.4769</c:v>
                </c:pt>
                <c:pt idx="9">
                  <c:v>1.6815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19.2842</c:v>
                </c:pt>
                <c:pt idx="1">
                  <c:v>15.5689</c:v>
                </c:pt>
                <c:pt idx="2">
                  <c:v>10.868</c:v>
                </c:pt>
                <c:pt idx="3">
                  <c:v>18.5454</c:v>
                </c:pt>
                <c:pt idx="4">
                  <c:v>9.6445</c:v>
                </c:pt>
                <c:pt idx="5">
                  <c:v>4.7793</c:v>
                </c:pt>
                <c:pt idx="6">
                  <c:v>3.2274</c:v>
                </c:pt>
                <c:pt idx="7">
                  <c:v>3.5425</c:v>
                </c:pt>
                <c:pt idx="8">
                  <c:v>1.8386</c:v>
                </c:pt>
                <c:pt idx="9">
                  <c:v>1.5936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17.794</c:v>
                </c:pt>
                <c:pt idx="1">
                  <c:v>17.2906</c:v>
                </c:pt>
                <c:pt idx="2">
                  <c:v>12.5863</c:v>
                </c:pt>
                <c:pt idx="3">
                  <c:v>12.7171</c:v>
                </c:pt>
                <c:pt idx="4">
                  <c:v>10.3712</c:v>
                </c:pt>
                <c:pt idx="5">
                  <c:v>5.4362</c:v>
                </c:pt>
                <c:pt idx="6">
                  <c:v>3.6827</c:v>
                </c:pt>
                <c:pt idx="7">
                  <c:v>3.8208</c:v>
                </c:pt>
                <c:pt idx="8">
                  <c:v>2.61</c:v>
                </c:pt>
                <c:pt idx="9">
                  <c:v>1.7145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Sheet1!$J$2:$J$11</c:f>
              <c:numCache>
                <c:formatCode>General</c:formatCode>
                <c:ptCount val="10"/>
                <c:pt idx="0">
                  <c:v>18.2883</c:v>
                </c:pt>
                <c:pt idx="1">
                  <c:v>17.7252</c:v>
                </c:pt>
                <c:pt idx="2">
                  <c:v>11.9921</c:v>
                </c:pt>
                <c:pt idx="3">
                  <c:v>12.712</c:v>
                </c:pt>
                <c:pt idx="4">
                  <c:v>10.8974</c:v>
                </c:pt>
                <c:pt idx="5">
                  <c:v>5.3066</c:v>
                </c:pt>
                <c:pt idx="6">
                  <c:v>3.5071</c:v>
                </c:pt>
                <c:pt idx="7">
                  <c:v>3.6064</c:v>
                </c:pt>
                <c:pt idx="8">
                  <c:v>2.5287</c:v>
                </c:pt>
                <c:pt idx="9">
                  <c:v>1.6307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Sheet1!$K$2:$K$11</c:f>
              <c:numCache>
                <c:formatCode>General</c:formatCode>
                <c:ptCount val="10"/>
                <c:pt idx="0">
                  <c:v>17.6653</c:v>
                </c:pt>
                <c:pt idx="1">
                  <c:v>17.4405</c:v>
                </c:pt>
                <c:pt idx="2">
                  <c:v>12.4729</c:v>
                </c:pt>
                <c:pt idx="3">
                  <c:v>14.077</c:v>
                </c:pt>
                <c:pt idx="4">
                  <c:v>10.7561</c:v>
                </c:pt>
                <c:pt idx="5">
                  <c:v>5.5665</c:v>
                </c:pt>
                <c:pt idx="6">
                  <c:v>3.5488</c:v>
                </c:pt>
                <c:pt idx="7">
                  <c:v>3.1788</c:v>
                </c:pt>
                <c:pt idx="8">
                  <c:v>2.5658</c:v>
                </c:pt>
                <c:pt idx="9">
                  <c:v>1.6802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Sheet1!$L$2:$L$11</c:f>
              <c:numCache>
                <c:formatCode>General</c:formatCode>
                <c:ptCount val="10"/>
                <c:pt idx="0">
                  <c:v>18.264</c:v>
                </c:pt>
                <c:pt idx="1">
                  <c:v>17.4714</c:v>
                </c:pt>
                <c:pt idx="2">
                  <c:v>12.8927</c:v>
                </c:pt>
                <c:pt idx="3">
                  <c:v>12.2084</c:v>
                </c:pt>
                <c:pt idx="4">
                  <c:v>10.9301</c:v>
                </c:pt>
                <c:pt idx="5">
                  <c:v>5.3343</c:v>
                </c:pt>
                <c:pt idx="6">
                  <c:v>3.4763</c:v>
                </c:pt>
                <c:pt idx="7">
                  <c:v>3.5209</c:v>
                </c:pt>
                <c:pt idx="8">
                  <c:v>2.6256</c:v>
                </c:pt>
                <c:pt idx="9">
                  <c:v>1.6527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Sheet1!$M$2:$M$11</c:f>
              <c:numCache>
                <c:formatCode>General</c:formatCode>
                <c:ptCount val="10"/>
                <c:pt idx="0">
                  <c:v>18.4978</c:v>
                </c:pt>
                <c:pt idx="1">
                  <c:v>18.0482</c:v>
                </c:pt>
                <c:pt idx="2">
                  <c:v>12.9774</c:v>
                </c:pt>
                <c:pt idx="3">
                  <c:v>11.9692</c:v>
                </c:pt>
                <c:pt idx="4">
                  <c:v>10.6687</c:v>
                </c:pt>
                <c:pt idx="5">
                  <c:v>5.2883</c:v>
                </c:pt>
                <c:pt idx="6">
                  <c:v>3.4911</c:v>
                </c:pt>
                <c:pt idx="7">
                  <c:v>3.3066</c:v>
                </c:pt>
                <c:pt idx="8">
                  <c:v>2.5824</c:v>
                </c:pt>
                <c:pt idx="9">
                  <c:v>1.6716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市場核心指標成長率演進：卡數、簽帳與信用餘額的動能對比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">
                  <c:v>0.1582</c:v>
                </c:pt>
                <c:pt idx="2">
                  <c:v>0.4199</c:v>
                </c:pt>
                <c:pt idx="3">
                  <c:v>0.6685</c:v>
                </c:pt>
                <c:pt idx="4">
                  <c:v>0.6857</c:v>
                </c:pt>
                <c:pt idx="5">
                  <c:v>0.1227</c:v>
                </c:pt>
                <c:pt idx="6">
                  <c:v>0.1302</c:v>
                </c:pt>
                <c:pt idx="7">
                  <c:v>0.3371</c:v>
                </c:pt>
                <c:pt idx="8">
                  <c:v>0.3412</c:v>
                </c:pt>
                <c:pt idx="9">
                  <c:v>0.2066</c:v>
                </c:pt>
                <c:pt idx="10">
                  <c:v>-0.0904</c:v>
                </c:pt>
                <c:pt idx="11">
                  <c:v>0.1016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1">
                  <c:v>16.7572</c:v>
                </c:pt>
                <c:pt idx="2">
                  <c:v>-4.5844</c:v>
                </c:pt>
                <c:pt idx="3">
                  <c:v>-1.015</c:v>
                </c:pt>
                <c:pt idx="4">
                  <c:v>-0.4176</c:v>
                </c:pt>
                <c:pt idx="5">
                  <c:v>5.8987</c:v>
                </c:pt>
                <c:pt idx="6">
                  <c:v>65.9229</c:v>
                </c:pt>
                <c:pt idx="7">
                  <c:v>-42.4046</c:v>
                </c:pt>
                <c:pt idx="8">
                  <c:v>7.1558</c:v>
                </c:pt>
                <c:pt idx="9">
                  <c:v>12.4606</c:v>
                </c:pt>
                <c:pt idx="10">
                  <c:v>-12.5068</c:v>
                </c:pt>
                <c:pt idx="11">
                  <c:v>14.358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循環信用餘額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1">
                  <c:v>-0.6624</c:v>
                </c:pt>
                <c:pt idx="2">
                  <c:v>0.2728</c:v>
                </c:pt>
                <c:pt idx="3">
                  <c:v>0.769</c:v>
                </c:pt>
                <c:pt idx="4">
                  <c:v>-0.4941</c:v>
                </c:pt>
                <c:pt idx="5">
                  <c:v>1.7873</c:v>
                </c:pt>
                <c:pt idx="6">
                  <c:v>-0.858</c:v>
                </c:pt>
                <c:pt idx="7">
                  <c:v>0.5086</c:v>
                </c:pt>
                <c:pt idx="8">
                  <c:v>1.8566</c:v>
                </c:pt>
                <c:pt idx="9">
                  <c:v>0.628</c:v>
                </c:pt>
                <c:pt idx="10">
                  <c:v>-0.1157</c:v>
                </c:pt>
                <c:pt idx="11">
                  <c:v>0.6894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未來市場關鍵指標趨勢預測：卡數、簽帳與信用餘額成長動能分析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  <c:pt idx="12">
                  <c:v>60946919.1364</c:v>
                </c:pt>
                <c:pt idx="13">
                  <c:v>61127329.3112</c:v>
                </c:pt>
                <c:pt idx="14">
                  <c:v>61307739.486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338561389.0</c:v>
                </c:pt>
                <c:pt idx="1">
                  <c:v>395294658.0</c:v>
                </c:pt>
                <c:pt idx="2">
                  <c:v>377172642.0</c:v>
                </c:pt>
                <c:pt idx="3">
                  <c:v>373344235.0</c:v>
                </c:pt>
                <c:pt idx="4">
                  <c:v>371785303.0</c:v>
                </c:pt>
                <c:pt idx="5">
                  <c:v>393715829.0</c:v>
                </c:pt>
                <c:pt idx="6">
                  <c:v>653264628.0</c:v>
                </c:pt>
                <c:pt idx="7">
                  <c:v>376250456.0</c:v>
                </c:pt>
                <c:pt idx="8">
                  <c:v>403174279.0</c:v>
                </c:pt>
                <c:pt idx="9">
                  <c:v>453412126.0</c:v>
                </c:pt>
                <c:pt idx="10">
                  <c:v>396704763.0</c:v>
                </c:pt>
                <c:pt idx="11">
                  <c:v>453663538.0</c:v>
                </c:pt>
                <c:pt idx="12">
                  <c:v>466314686.7879</c:v>
                </c:pt>
                <c:pt idx="13">
                  <c:v>474127922.627</c:v>
                </c:pt>
                <c:pt idx="14">
                  <c:v>481941158.4662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循環信用餘額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113560448.0</c:v>
                </c:pt>
                <c:pt idx="1">
                  <c:v>112808177.0</c:v>
                </c:pt>
                <c:pt idx="2">
                  <c:v>113115883.0</c:v>
                </c:pt>
                <c:pt idx="3">
                  <c:v>113985720.0</c:v>
                </c:pt>
                <c:pt idx="4">
                  <c:v>113422508.0</c:v>
                </c:pt>
                <c:pt idx="5">
                  <c:v>115449666.0</c:v>
                </c:pt>
                <c:pt idx="6">
                  <c:v>114459143.0</c:v>
                </c:pt>
                <c:pt idx="7">
                  <c:v>115041324.0</c:v>
                </c:pt>
                <c:pt idx="8">
                  <c:v>117177201.0</c:v>
                </c:pt>
                <c:pt idx="9">
                  <c:v>117913037.0</c:v>
                </c:pt>
                <c:pt idx="10">
                  <c:v>117776620.0</c:v>
                </c:pt>
                <c:pt idx="11">
                  <c:v>118588582.0</c:v>
                </c:pt>
                <c:pt idx="12">
                  <c:v>118761878.8333</c:v>
                </c:pt>
                <c:pt idx="13">
                  <c:v>119298343.4103</c:v>
                </c:pt>
                <c:pt idx="14">
                  <c:v>119834807.9872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台新簽帳金額在全市場的競爭位置 — Top 10 銀行排名對比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814098.0</c:v>
                </c:pt>
                <c:pt idx="1">
                  <c:v>736621.0</c:v>
                </c:pt>
                <c:pt idx="2">
                  <c:v>4215795.0</c:v>
                </c:pt>
                <c:pt idx="3">
                  <c:v>5585168.0</c:v>
                </c:pt>
                <c:pt idx="4">
                  <c:v>4568007.0</c:v>
                </c:pt>
                <c:pt idx="5">
                  <c:v>1853504.0</c:v>
                </c:pt>
                <c:pt idx="6">
                  <c:v>1451595.0</c:v>
                </c:pt>
                <c:pt idx="7">
                  <c:v>45727836.0</c:v>
                </c:pt>
                <c:pt idx="8">
                  <c:v>53154518.0</c:v>
                </c:pt>
                <c:pt idx="9">
                  <c:v>174327.0</c:v>
                </c:pt>
                <c:pt idx="10">
                  <c:v>4435982.0</c:v>
                </c:pt>
                <c:pt idx="11">
                  <c:v>394557.0</c:v>
                </c:pt>
                <c:pt idx="12">
                  <c:v>993820.0</c:v>
                </c:pt>
                <c:pt idx="13">
                  <c:v>1361794.0</c:v>
                </c:pt>
                <c:pt idx="14">
                  <c:v>542972.0</c:v>
                </c:pt>
                <c:pt idx="15">
                  <c:v>8279847.0</c:v>
                </c:pt>
                <c:pt idx="16">
                  <c:v>46606.0</c:v>
                </c:pt>
                <c:pt idx="17">
                  <c:v>3572254.0</c:v>
                </c:pt>
                <c:pt idx="18">
                  <c:v>403839.0</c:v>
                </c:pt>
                <c:pt idx="19">
                  <c:v>149804.0</c:v>
                </c:pt>
                <c:pt idx="20">
                  <c:v>14598387.0</c:v>
                </c:pt>
                <c:pt idx="21">
                  <c:v>3775009.0</c:v>
                </c:pt>
                <c:pt idx="22">
                  <c:v>4332730.0</c:v>
                </c:pt>
                <c:pt idx="23">
                  <c:v>12189999.0</c:v>
                </c:pt>
                <c:pt idx="24">
                  <c:v>45663323.0</c:v>
                </c:pt>
                <c:pt idx="25">
                  <c:v>1194099.0</c:v>
                </c:pt>
                <c:pt idx="26">
                  <c:v>19990708.0</c:v>
                </c:pt>
                <c:pt idx="27">
                  <c:v>35421657.0</c:v>
                </c:pt>
                <c:pt idx="28">
                  <c:v>411235.0</c:v>
                </c:pt>
                <c:pt idx="29">
                  <c:v>55509089.0</c:v>
                </c:pt>
                <c:pt idx="30">
                  <c:v>564766.0</c:v>
                </c:pt>
                <c:pt idx="31">
                  <c:v>6447443.0</c:v>
                </c:pt>
                <c:pt idx="32">
                  <c:v>338561389.0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969334.0</c:v>
                </c:pt>
                <c:pt idx="1">
                  <c:v>912834.0</c:v>
                </c:pt>
                <c:pt idx="2">
                  <c:v>3737384.0</c:v>
                </c:pt>
                <c:pt idx="3">
                  <c:v>7043300.0</c:v>
                </c:pt>
                <c:pt idx="4">
                  <c:v>5441843.0</c:v>
                </c:pt>
                <c:pt idx="5">
                  <c:v>2330598.0</c:v>
                </c:pt>
                <c:pt idx="6">
                  <c:v>1720490.0</c:v>
                </c:pt>
                <c:pt idx="7">
                  <c:v>52266114.0</c:v>
                </c:pt>
                <c:pt idx="8">
                  <c:v>69748895.0</c:v>
                </c:pt>
                <c:pt idx="9">
                  <c:v>154781.0</c:v>
                </c:pt>
                <c:pt idx="10">
                  <c:v>4135868.0</c:v>
                </c:pt>
                <c:pt idx="11">
                  <c:v>451346.0</c:v>
                </c:pt>
                <c:pt idx="12">
                  <c:v>879655.0</c:v>
                </c:pt>
                <c:pt idx="13">
                  <c:v>1539548.0</c:v>
                </c:pt>
                <c:pt idx="14">
                  <c:v>670553.0</c:v>
                </c:pt>
                <c:pt idx="15">
                  <c:v>9220354.0</c:v>
                </c:pt>
                <c:pt idx="16">
                  <c:v>44206.0</c:v>
                </c:pt>
                <c:pt idx="17">
                  <c:v>4479121.0</c:v>
                </c:pt>
                <c:pt idx="18">
                  <c:v>494429.0</c:v>
                </c:pt>
                <c:pt idx="19">
                  <c:v>133836.0</c:v>
                </c:pt>
                <c:pt idx="20">
                  <c:v>13372699.0</c:v>
                </c:pt>
                <c:pt idx="21">
                  <c:v>4549408.0</c:v>
                </c:pt>
                <c:pt idx="22">
                  <c:v>5112008.0</c:v>
                </c:pt>
                <c:pt idx="23">
                  <c:v>15756085.0</c:v>
                </c:pt>
                <c:pt idx="24">
                  <c:v>44617765.0</c:v>
                </c:pt>
                <c:pt idx="25">
                  <c:v>1525297.0</c:v>
                </c:pt>
                <c:pt idx="26">
                  <c:v>23757520.0</c:v>
                </c:pt>
                <c:pt idx="27">
                  <c:v>42845567.0</c:v>
                </c:pt>
                <c:pt idx="28">
                  <c:v>416555.0</c:v>
                </c:pt>
                <c:pt idx="29">
                  <c:v>70550358.0</c:v>
                </c:pt>
                <c:pt idx="30">
                  <c:v>731392.0</c:v>
                </c:pt>
                <c:pt idx="31">
                  <c:v>5685515.0</c:v>
                </c:pt>
                <c:pt idx="32">
                  <c:v>395294658.0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937965.0</c:v>
                </c:pt>
                <c:pt idx="1">
                  <c:v>852767.0</c:v>
                </c:pt>
                <c:pt idx="2">
                  <c:v>4008574.0</c:v>
                </c:pt>
                <c:pt idx="3">
                  <c:v>6326457.0</c:v>
                </c:pt>
                <c:pt idx="4">
                  <c:v>5015399.0</c:v>
                </c:pt>
                <c:pt idx="5">
                  <c:v>2164595.0</c:v>
                </c:pt>
                <c:pt idx="6">
                  <c:v>1585686.0</c:v>
                </c:pt>
                <c:pt idx="7">
                  <c:v>48021737.0</c:v>
                </c:pt>
                <c:pt idx="8">
                  <c:v>65887574.0</c:v>
                </c:pt>
                <c:pt idx="9">
                  <c:v>183027.0</c:v>
                </c:pt>
                <c:pt idx="10">
                  <c:v>4431313.0</c:v>
                </c:pt>
                <c:pt idx="11">
                  <c:v>559843.0</c:v>
                </c:pt>
                <c:pt idx="12">
                  <c:v>935989.0</c:v>
                </c:pt>
                <c:pt idx="13">
                  <c:v>1446176.0</c:v>
                </c:pt>
                <c:pt idx="14">
                  <c:v>627853.0</c:v>
                </c:pt>
                <c:pt idx="15">
                  <c:v>8917125.0</c:v>
                </c:pt>
                <c:pt idx="16">
                  <c:v>52052.0</c:v>
                </c:pt>
                <c:pt idx="17">
                  <c:v>4553388.0</c:v>
                </c:pt>
                <c:pt idx="18">
                  <c:v>481588.0</c:v>
                </c:pt>
                <c:pt idx="19">
                  <c:v>128177.0</c:v>
                </c:pt>
                <c:pt idx="20">
                  <c:v>14085756.0</c:v>
                </c:pt>
                <c:pt idx="21">
                  <c:v>4189390.0</c:v>
                </c:pt>
                <c:pt idx="22">
                  <c:v>4737874.0</c:v>
                </c:pt>
                <c:pt idx="23">
                  <c:v>14091627.0</c:v>
                </c:pt>
                <c:pt idx="24">
                  <c:v>45518585.0</c:v>
                </c:pt>
                <c:pt idx="25">
                  <c:v>1431595.0</c:v>
                </c:pt>
                <c:pt idx="26">
                  <c:v>21652250.0</c:v>
                </c:pt>
                <c:pt idx="27">
                  <c:v>39655164.0</c:v>
                </c:pt>
                <c:pt idx="28">
                  <c:v>434154.0</c:v>
                </c:pt>
                <c:pt idx="29">
                  <c:v>66880445.0</c:v>
                </c:pt>
                <c:pt idx="30">
                  <c:v>670286.0</c:v>
                </c:pt>
                <c:pt idx="31">
                  <c:v>6708231.0</c:v>
                </c:pt>
                <c:pt idx="32">
                  <c:v>377172642.0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890293.0</c:v>
                </c:pt>
                <c:pt idx="1">
                  <c:v>852782.0</c:v>
                </c:pt>
                <c:pt idx="2">
                  <c:v>3867566.0</c:v>
                </c:pt>
                <c:pt idx="3">
                  <c:v>6469282.0</c:v>
                </c:pt>
                <c:pt idx="4">
                  <c:v>5139759.0</c:v>
                </c:pt>
                <c:pt idx="5">
                  <c:v>1989055.0</c:v>
                </c:pt>
                <c:pt idx="6">
                  <c:v>1566352.0</c:v>
                </c:pt>
                <c:pt idx="7">
                  <c:v>49484724.0</c:v>
                </c:pt>
                <c:pt idx="8">
                  <c:v>66827533.0</c:v>
                </c:pt>
                <c:pt idx="9">
                  <c:v>151298.0</c:v>
                </c:pt>
                <c:pt idx="10">
                  <c:v>4164236.0</c:v>
                </c:pt>
                <c:pt idx="11">
                  <c:v>544795.0</c:v>
                </c:pt>
                <c:pt idx="12">
                  <c:v>921260.0</c:v>
                </c:pt>
                <c:pt idx="13">
                  <c:v>1339777.0</c:v>
                </c:pt>
                <c:pt idx="14">
                  <c:v>613844.0</c:v>
                </c:pt>
                <c:pt idx="15">
                  <c:v>9020799.0</c:v>
                </c:pt>
                <c:pt idx="16">
                  <c:v>46402.0</c:v>
                </c:pt>
                <c:pt idx="17">
                  <c:v>4017900.0</c:v>
                </c:pt>
                <c:pt idx="18">
                  <c:v>458105.0</c:v>
                </c:pt>
                <c:pt idx="19">
                  <c:v>134778.0</c:v>
                </c:pt>
                <c:pt idx="20">
                  <c:v>13283971.0</c:v>
                </c:pt>
                <c:pt idx="21">
                  <c:v>3973876.0</c:v>
                </c:pt>
                <c:pt idx="22">
                  <c:v>4736386.0</c:v>
                </c:pt>
                <c:pt idx="23">
                  <c:v>14156078.0</c:v>
                </c:pt>
                <c:pt idx="24">
                  <c:v>43901586.0</c:v>
                </c:pt>
                <c:pt idx="25">
                  <c:v>1467863.0</c:v>
                </c:pt>
                <c:pt idx="26">
                  <c:v>21562684.0</c:v>
                </c:pt>
                <c:pt idx="27">
                  <c:v>40295422.0</c:v>
                </c:pt>
                <c:pt idx="28">
                  <c:v>445090.0</c:v>
                </c:pt>
                <c:pt idx="29">
                  <c:v>64104657.0</c:v>
                </c:pt>
                <c:pt idx="30">
                  <c:v>659132.0</c:v>
                </c:pt>
                <c:pt idx="31">
                  <c:v>6256950.0</c:v>
                </c:pt>
                <c:pt idx="32">
                  <c:v>373344235.0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1000146.0</c:v>
                </c:pt>
                <c:pt idx="1">
                  <c:v>860183.0</c:v>
                </c:pt>
                <c:pt idx="2">
                  <c:v>4232188.0</c:v>
                </c:pt>
                <c:pt idx="3">
                  <c:v>6437411.0</c:v>
                </c:pt>
                <c:pt idx="4">
                  <c:v>5038168.0</c:v>
                </c:pt>
                <c:pt idx="5">
                  <c:v>2091579.0</c:v>
                </c:pt>
                <c:pt idx="6">
                  <c:v>1565580.0</c:v>
                </c:pt>
                <c:pt idx="7">
                  <c:v>48542045.0</c:v>
                </c:pt>
                <c:pt idx="8">
                  <c:v>63076088.0</c:v>
                </c:pt>
                <c:pt idx="9">
                  <c:v>209471.0</c:v>
                </c:pt>
                <c:pt idx="10">
                  <c:v>4548412.0</c:v>
                </c:pt>
                <c:pt idx="11">
                  <c:v>522931.0</c:v>
                </c:pt>
                <c:pt idx="12">
                  <c:v>1031235.0</c:v>
                </c:pt>
                <c:pt idx="13">
                  <c:v>1333876.0</c:v>
                </c:pt>
                <c:pt idx="14">
                  <c:v>595663.0</c:v>
                </c:pt>
                <c:pt idx="15">
                  <c:v>9330429.0</c:v>
                </c:pt>
                <c:pt idx="16">
                  <c:v>45583.0</c:v>
                </c:pt>
                <c:pt idx="17">
                  <c:v>4017153.0</c:v>
                </c:pt>
                <c:pt idx="18">
                  <c:v>504971.0</c:v>
                </c:pt>
                <c:pt idx="19">
                  <c:v>147969.0</c:v>
                </c:pt>
                <c:pt idx="20">
                  <c:v>13893740.0</c:v>
                </c:pt>
                <c:pt idx="21">
                  <c:v>4074317.0</c:v>
                </c:pt>
                <c:pt idx="22">
                  <c:v>4640145.0</c:v>
                </c:pt>
                <c:pt idx="23">
                  <c:v>13911950.0</c:v>
                </c:pt>
                <c:pt idx="24">
                  <c:v>46983332.0</c:v>
                </c:pt>
                <c:pt idx="25">
                  <c:v>1486407.0</c:v>
                </c:pt>
                <c:pt idx="26">
                  <c:v>20489333.0</c:v>
                </c:pt>
                <c:pt idx="27">
                  <c:v>40658409.0</c:v>
                </c:pt>
                <c:pt idx="28">
                  <c:v>467975.0</c:v>
                </c:pt>
                <c:pt idx="29">
                  <c:v>62936155.0</c:v>
                </c:pt>
                <c:pt idx="30">
                  <c:v>707134.0</c:v>
                </c:pt>
                <c:pt idx="31">
                  <c:v>6405325.0</c:v>
                </c:pt>
                <c:pt idx="32">
                  <c:v>371785303.0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Sheet1!$G$2:$G$34</c:f>
              <c:numCache>
                <c:formatCode>General</c:formatCode>
                <c:ptCount val="33"/>
                <c:pt idx="0">
                  <c:v>1167760.0</c:v>
                </c:pt>
                <c:pt idx="1">
                  <c:v>930916.0</c:v>
                </c:pt>
                <c:pt idx="2">
                  <c:v>4203212.0</c:v>
                </c:pt>
                <c:pt idx="3">
                  <c:v>6620350.0</c:v>
                </c:pt>
                <c:pt idx="4">
                  <c:v>5192897.0</c:v>
                </c:pt>
                <c:pt idx="5">
                  <c:v>2287933.0</c:v>
                </c:pt>
                <c:pt idx="6">
                  <c:v>1603454.0</c:v>
                </c:pt>
                <c:pt idx="7">
                  <c:v>50976410.0</c:v>
                </c:pt>
                <c:pt idx="8">
                  <c:v>68536269.0</c:v>
                </c:pt>
                <c:pt idx="9">
                  <c:v>193115.0</c:v>
                </c:pt>
                <c:pt idx="10">
                  <c:v>4712179.0</c:v>
                </c:pt>
                <c:pt idx="11">
                  <c:v>521075.0</c:v>
                </c:pt>
                <c:pt idx="12">
                  <c:v>981102.0</c:v>
                </c:pt>
                <c:pt idx="13">
                  <c:v>1401045.0</c:v>
                </c:pt>
                <c:pt idx="14">
                  <c:v>599936.0</c:v>
                </c:pt>
                <c:pt idx="15">
                  <c:v>9751770.0</c:v>
                </c:pt>
                <c:pt idx="16">
                  <c:v>51408.0</c:v>
                </c:pt>
                <c:pt idx="17">
                  <c:v>4926521.0</c:v>
                </c:pt>
                <c:pt idx="18">
                  <c:v>517957.0</c:v>
                </c:pt>
                <c:pt idx="19">
                  <c:v>140970.0</c:v>
                </c:pt>
                <c:pt idx="20">
                  <c:v>14276318.0</c:v>
                </c:pt>
                <c:pt idx="21">
                  <c:v>4189890.0</c:v>
                </c:pt>
                <c:pt idx="22">
                  <c:v>4809688.0</c:v>
                </c:pt>
                <c:pt idx="23">
                  <c:v>14413467.0</c:v>
                </c:pt>
                <c:pt idx="24">
                  <c:v>49495494.0</c:v>
                </c:pt>
                <c:pt idx="25">
                  <c:v>1639788.0</c:v>
                </c:pt>
                <c:pt idx="26">
                  <c:v>21065494.0</c:v>
                </c:pt>
                <c:pt idx="27">
                  <c:v>43848944.0</c:v>
                </c:pt>
                <c:pt idx="28">
                  <c:v>448256.0</c:v>
                </c:pt>
                <c:pt idx="29">
                  <c:v>67106146.0</c:v>
                </c:pt>
                <c:pt idx="30">
                  <c:v>816495.0</c:v>
                </c:pt>
                <c:pt idx="31">
                  <c:v>6289570.0</c:v>
                </c:pt>
                <c:pt idx="32">
                  <c:v>393715829.0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Sheet1!$H$2:$H$34</c:f>
              <c:numCache>
                <c:formatCode>General</c:formatCode>
                <c:ptCount val="33"/>
                <c:pt idx="0">
                  <c:v>1822071.0</c:v>
                </c:pt>
                <c:pt idx="1">
                  <c:v>1217445.0</c:v>
                </c:pt>
                <c:pt idx="2">
                  <c:v>10235113.0</c:v>
                </c:pt>
                <c:pt idx="3">
                  <c:v>10410441.0</c:v>
                </c:pt>
                <c:pt idx="4">
                  <c:v>11584453.0</c:v>
                </c:pt>
                <c:pt idx="5">
                  <c:v>4017013.0</c:v>
                </c:pt>
                <c:pt idx="6">
                  <c:v>2856239.0</c:v>
                </c:pt>
                <c:pt idx="7">
                  <c:v>70997069.0</c:v>
                </c:pt>
                <c:pt idx="8">
                  <c:v>101706310.0</c:v>
                </c:pt>
                <c:pt idx="9">
                  <c:v>263325.0</c:v>
                </c:pt>
                <c:pt idx="10">
                  <c:v>7141923.0</c:v>
                </c:pt>
                <c:pt idx="11">
                  <c:v>562034.0</c:v>
                </c:pt>
                <c:pt idx="12">
                  <c:v>1229662.0</c:v>
                </c:pt>
                <c:pt idx="13">
                  <c:v>2044193.0</c:v>
                </c:pt>
                <c:pt idx="14">
                  <c:v>688324.0</c:v>
                </c:pt>
                <c:pt idx="15">
                  <c:v>12010721.0</c:v>
                </c:pt>
                <c:pt idx="16">
                  <c:v>48837.0</c:v>
                </c:pt>
                <c:pt idx="17">
                  <c:v>6250341.0</c:v>
                </c:pt>
                <c:pt idx="18">
                  <c:v>702136.0</c:v>
                </c:pt>
                <c:pt idx="19">
                  <c:v>150432.0</c:v>
                </c:pt>
                <c:pt idx="20">
                  <c:v>23142116.0</c:v>
                </c:pt>
                <c:pt idx="21">
                  <c:v>5171055.0</c:v>
                </c:pt>
                <c:pt idx="22">
                  <c:v>6515769.0</c:v>
                </c:pt>
                <c:pt idx="23">
                  <c:v>21083593.0</c:v>
                </c:pt>
                <c:pt idx="24">
                  <c:v>121150605.0</c:v>
                </c:pt>
                <c:pt idx="25">
                  <c:v>2274100.0</c:v>
                </c:pt>
                <c:pt idx="26">
                  <c:v>31221428.0</c:v>
                </c:pt>
                <c:pt idx="27">
                  <c:v>63003868.0</c:v>
                </c:pt>
                <c:pt idx="28">
                  <c:v>579064.0</c:v>
                </c:pt>
                <c:pt idx="29">
                  <c:v>125976593.0</c:v>
                </c:pt>
                <c:pt idx="30">
                  <c:v>860127.0</c:v>
                </c:pt>
                <c:pt idx="31">
                  <c:v>6348228.0</c:v>
                </c:pt>
                <c:pt idx="32">
                  <c:v>653264628.0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Sheet1!$I$2:$I$34</c:f>
              <c:numCache>
                <c:formatCode>General</c:formatCode>
                <c:ptCount val="33"/>
                <c:pt idx="0">
                  <c:v>954340.0</c:v>
                </c:pt>
                <c:pt idx="1">
                  <c:v>813582.0</c:v>
                </c:pt>
                <c:pt idx="2">
                  <c:v>4259948.0</c:v>
                </c:pt>
                <c:pt idx="3">
                  <c:v>6450972.0</c:v>
                </c:pt>
                <c:pt idx="4">
                  <c:v>4855623.0</c:v>
                </c:pt>
                <c:pt idx="5">
                  <c:v>2098357.0</c:v>
                </c:pt>
                <c:pt idx="6">
                  <c:v>1551612.0</c:v>
                </c:pt>
                <c:pt idx="7">
                  <c:v>47355858.0</c:v>
                </c:pt>
                <c:pt idx="8">
                  <c:v>65055781.0</c:v>
                </c:pt>
                <c:pt idx="9">
                  <c:v>200902.0</c:v>
                </c:pt>
                <c:pt idx="10">
                  <c:v>4397548.0</c:v>
                </c:pt>
                <c:pt idx="11">
                  <c:v>531479.0</c:v>
                </c:pt>
                <c:pt idx="12">
                  <c:v>1008908.0</c:v>
                </c:pt>
                <c:pt idx="13">
                  <c:v>1297809.0</c:v>
                </c:pt>
                <c:pt idx="14">
                  <c:v>584727.0</c:v>
                </c:pt>
                <c:pt idx="15">
                  <c:v>9820276.0</c:v>
                </c:pt>
                <c:pt idx="16">
                  <c:v>53079.0</c:v>
                </c:pt>
                <c:pt idx="17">
                  <c:v>3936423.0</c:v>
                </c:pt>
                <c:pt idx="18">
                  <c:v>510214.0</c:v>
                </c:pt>
                <c:pt idx="19">
                  <c:v>152214.0</c:v>
                </c:pt>
                <c:pt idx="20">
                  <c:v>14375683.0</c:v>
                </c:pt>
                <c:pt idx="21">
                  <c:v>3934187.0</c:v>
                </c:pt>
                <c:pt idx="22">
                  <c:v>4652119.0</c:v>
                </c:pt>
                <c:pt idx="23">
                  <c:v>13856226.0</c:v>
                </c:pt>
                <c:pt idx="24">
                  <c:v>47848330.0</c:v>
                </c:pt>
                <c:pt idx="25">
                  <c:v>1641074.0</c:v>
                </c:pt>
                <c:pt idx="26">
                  <c:v>20453867.0</c:v>
                </c:pt>
                <c:pt idx="27">
                  <c:v>39021829.0</c:v>
                </c:pt>
                <c:pt idx="28">
                  <c:v>468594.0</c:v>
                </c:pt>
                <c:pt idx="29">
                  <c:v>66950018.0</c:v>
                </c:pt>
                <c:pt idx="30">
                  <c:v>720217.0</c:v>
                </c:pt>
                <c:pt idx="31">
                  <c:v>6438660.0</c:v>
                </c:pt>
                <c:pt idx="32">
                  <c:v>376250456.0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Sheet1!$J$2:$J$34</c:f>
              <c:numCache>
                <c:formatCode>General</c:formatCode>
                <c:ptCount val="33"/>
                <c:pt idx="0">
                  <c:v>1034780.0</c:v>
                </c:pt>
                <c:pt idx="1">
                  <c:v>867696.0</c:v>
                </c:pt>
                <c:pt idx="2">
                  <c:v>4113734.0</c:v>
                </c:pt>
                <c:pt idx="3">
                  <c:v>6574397.0</c:v>
                </c:pt>
                <c:pt idx="4">
                  <c:v>5286124.0</c:v>
                </c:pt>
                <c:pt idx="5">
                  <c:v>2329947.0</c:v>
                </c:pt>
                <c:pt idx="6">
                  <c:v>1590487.0</c:v>
                </c:pt>
                <c:pt idx="7">
                  <c:v>48349084.0</c:v>
                </c:pt>
                <c:pt idx="8">
                  <c:v>71463253.0</c:v>
                </c:pt>
                <c:pt idx="9">
                  <c:v>243318.0</c:v>
                </c:pt>
                <c:pt idx="10">
                  <c:v>4525571.0</c:v>
                </c:pt>
                <c:pt idx="11">
                  <c:v>556194.0</c:v>
                </c:pt>
                <c:pt idx="12">
                  <c:v>983538.0</c:v>
                </c:pt>
                <c:pt idx="13">
                  <c:v>1401358.0</c:v>
                </c:pt>
                <c:pt idx="14">
                  <c:v>601242.0</c:v>
                </c:pt>
                <c:pt idx="15">
                  <c:v>10194971.0</c:v>
                </c:pt>
                <c:pt idx="16">
                  <c:v>58124.0</c:v>
                </c:pt>
                <c:pt idx="17">
                  <c:v>4779149.0</c:v>
                </c:pt>
                <c:pt idx="18">
                  <c:v>515841.0</c:v>
                </c:pt>
                <c:pt idx="19">
                  <c:v>133956.0</c:v>
                </c:pt>
                <c:pt idx="20">
                  <c:v>14540278.0</c:v>
                </c:pt>
                <c:pt idx="21">
                  <c:v>4252474.0</c:v>
                </c:pt>
                <c:pt idx="22">
                  <c:v>4660332.0</c:v>
                </c:pt>
                <c:pt idx="23">
                  <c:v>14139555.0</c:v>
                </c:pt>
                <c:pt idx="24">
                  <c:v>51251681.0</c:v>
                </c:pt>
                <c:pt idx="25">
                  <c:v>1801105.0</c:v>
                </c:pt>
                <c:pt idx="26">
                  <c:v>21394753.0</c:v>
                </c:pt>
                <c:pt idx="27">
                  <c:v>43935514.0</c:v>
                </c:pt>
                <c:pt idx="28">
                  <c:v>495780.0</c:v>
                </c:pt>
                <c:pt idx="29">
                  <c:v>73733664.0</c:v>
                </c:pt>
                <c:pt idx="30">
                  <c:v>781266.0</c:v>
                </c:pt>
                <c:pt idx="31">
                  <c:v>6585113.0</c:v>
                </c:pt>
                <c:pt idx="32">
                  <c:v>403174279.0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Sheet1!$K$2:$K$34</c:f>
              <c:numCache>
                <c:formatCode>General</c:formatCode>
                <c:ptCount val="33"/>
                <c:pt idx="0">
                  <c:v>1065724.0</c:v>
                </c:pt>
                <c:pt idx="1">
                  <c:v>866758.0</c:v>
                </c:pt>
                <c:pt idx="2">
                  <c:v>4303042.0</c:v>
                </c:pt>
                <c:pt idx="3">
                  <c:v>7618009.0</c:v>
                </c:pt>
                <c:pt idx="4">
                  <c:v>5895802.0</c:v>
                </c:pt>
                <c:pt idx="5">
                  <c:v>2236643.0</c:v>
                </c:pt>
                <c:pt idx="6">
                  <c:v>1795072.0</c:v>
                </c:pt>
                <c:pt idx="7">
                  <c:v>56553764.0</c:v>
                </c:pt>
                <c:pt idx="8">
                  <c:v>79077303.0</c:v>
                </c:pt>
                <c:pt idx="9">
                  <c:v>218738.0</c:v>
                </c:pt>
                <c:pt idx="10">
                  <c:v>4615997.0</c:v>
                </c:pt>
                <c:pt idx="11">
                  <c:v>607216.0</c:v>
                </c:pt>
                <c:pt idx="12">
                  <c:v>1059407.0</c:v>
                </c:pt>
                <c:pt idx="13">
                  <c:v>1392714.0</c:v>
                </c:pt>
                <c:pt idx="14">
                  <c:v>672552.0</c:v>
                </c:pt>
                <c:pt idx="15">
                  <c:v>11633535.0</c:v>
                </c:pt>
                <c:pt idx="16">
                  <c:v>51797.0</c:v>
                </c:pt>
                <c:pt idx="17">
                  <c:v>4630718.0</c:v>
                </c:pt>
                <c:pt idx="18">
                  <c:v>562012.0</c:v>
                </c:pt>
                <c:pt idx="19">
                  <c:v>143218.0</c:v>
                </c:pt>
                <c:pt idx="20">
                  <c:v>14412897.0</c:v>
                </c:pt>
                <c:pt idx="21">
                  <c:v>4597574.0</c:v>
                </c:pt>
                <c:pt idx="22">
                  <c:v>5379439.0</c:v>
                </c:pt>
                <c:pt idx="23">
                  <c:v>16090748.0</c:v>
                </c:pt>
                <c:pt idx="24">
                  <c:v>63826907.0</c:v>
                </c:pt>
                <c:pt idx="25">
                  <c:v>2099323.0</c:v>
                </c:pt>
                <c:pt idx="26">
                  <c:v>25239050.0</c:v>
                </c:pt>
                <c:pt idx="27">
                  <c:v>48769248.0</c:v>
                </c:pt>
                <c:pt idx="28">
                  <c:v>462392.0</c:v>
                </c:pt>
                <c:pt idx="29">
                  <c:v>80096712.0</c:v>
                </c:pt>
                <c:pt idx="30">
                  <c:v>792150.0</c:v>
                </c:pt>
                <c:pt idx="31">
                  <c:v>6645665.0</c:v>
                </c:pt>
                <c:pt idx="32">
                  <c:v>453412126.0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Sheet1!$L$2:$L$34</c:f>
              <c:numCache>
                <c:formatCode>General</c:formatCode>
                <c:ptCount val="33"/>
                <c:pt idx="0">
                  <c:v>967756.0</c:v>
                </c:pt>
                <c:pt idx="1">
                  <c:v>802362.0</c:v>
                </c:pt>
                <c:pt idx="2">
                  <c:v>4265439.0</c:v>
                </c:pt>
                <c:pt idx="3">
                  <c:v>6556210.0</c:v>
                </c:pt>
                <c:pt idx="4">
                  <c:v>4948792.0</c:v>
                </c:pt>
                <c:pt idx="5">
                  <c:v>2095694.0</c:v>
                </c:pt>
                <c:pt idx="6">
                  <c:v>1556300.0</c:v>
                </c:pt>
                <c:pt idx="7">
                  <c:v>51145814.0</c:v>
                </c:pt>
                <c:pt idx="8">
                  <c:v>69309873.0</c:v>
                </c:pt>
                <c:pt idx="9">
                  <c:v>246008.0</c:v>
                </c:pt>
                <c:pt idx="10">
                  <c:v>4401315.0</c:v>
                </c:pt>
                <c:pt idx="11">
                  <c:v>603314.0</c:v>
                </c:pt>
                <c:pt idx="12">
                  <c:v>1054828.0</c:v>
                </c:pt>
                <c:pt idx="13">
                  <c:v>1246907.0</c:v>
                </c:pt>
                <c:pt idx="14">
                  <c:v>582563.0</c:v>
                </c:pt>
                <c:pt idx="15">
                  <c:v>10415918.0</c:v>
                </c:pt>
                <c:pt idx="16">
                  <c:v>48700.0</c:v>
                </c:pt>
                <c:pt idx="17">
                  <c:v>3939518.0</c:v>
                </c:pt>
                <c:pt idx="18">
                  <c:v>490322.0</c:v>
                </c:pt>
                <c:pt idx="19">
                  <c:v>137398.0</c:v>
                </c:pt>
                <c:pt idx="20">
                  <c:v>13967540.0</c:v>
                </c:pt>
                <c:pt idx="21">
                  <c:v>4233680.0</c:v>
                </c:pt>
                <c:pt idx="22">
                  <c:v>4631914.0</c:v>
                </c:pt>
                <c:pt idx="23">
                  <c:v>13790779.0</c:v>
                </c:pt>
                <c:pt idx="24">
                  <c:v>48431125.0</c:v>
                </c:pt>
                <c:pt idx="25">
                  <c:v>1819366.0</c:v>
                </c:pt>
                <c:pt idx="26">
                  <c:v>21161538.0</c:v>
                </c:pt>
                <c:pt idx="27">
                  <c:v>43360054.0</c:v>
                </c:pt>
                <c:pt idx="28">
                  <c:v>475895.0</c:v>
                </c:pt>
                <c:pt idx="29">
                  <c:v>72454170.0</c:v>
                </c:pt>
                <c:pt idx="30">
                  <c:v>735312.0</c:v>
                </c:pt>
                <c:pt idx="31">
                  <c:v>6828359.0</c:v>
                </c:pt>
                <c:pt idx="32">
                  <c:v>396704763.0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Sheet1!$M$2:$M$34</c:f>
              <c:numCache>
                <c:formatCode>General</c:formatCode>
                <c:ptCount val="33"/>
                <c:pt idx="0">
                  <c:v>1201085.0</c:v>
                </c:pt>
                <c:pt idx="1">
                  <c:v>1011475.0</c:v>
                </c:pt>
                <c:pt idx="2">
                  <c:v>4595164.0</c:v>
                </c:pt>
                <c:pt idx="3">
                  <c:v>7583238.0</c:v>
                </c:pt>
                <c:pt idx="4">
                  <c:v>5770624.0</c:v>
                </c:pt>
                <c:pt idx="5">
                  <c:v>2414991.0</c:v>
                </c:pt>
                <c:pt idx="6">
                  <c:v>1786440.0</c:v>
                </c:pt>
                <c:pt idx="7">
                  <c:v>58873591.0</c:v>
                </c:pt>
                <c:pt idx="8">
                  <c:v>81878315.0</c:v>
                </c:pt>
                <c:pt idx="9">
                  <c:v>167800.0</c:v>
                </c:pt>
                <c:pt idx="10">
                  <c:v>4920625.0</c:v>
                </c:pt>
                <c:pt idx="11">
                  <c:v>666971.0</c:v>
                </c:pt>
                <c:pt idx="12">
                  <c:v>1126509.0</c:v>
                </c:pt>
                <c:pt idx="13">
                  <c:v>1407862.0</c:v>
                </c:pt>
                <c:pt idx="14">
                  <c:v>668414.0</c:v>
                </c:pt>
                <c:pt idx="15">
                  <c:v>11715342.0</c:v>
                </c:pt>
                <c:pt idx="16">
                  <c:v>50692.0</c:v>
                </c:pt>
                <c:pt idx="17">
                  <c:v>5184373.0</c:v>
                </c:pt>
                <c:pt idx="18">
                  <c:v>637246.0</c:v>
                </c:pt>
                <c:pt idx="19">
                  <c:v>140907.0</c:v>
                </c:pt>
                <c:pt idx="20">
                  <c:v>15000911.0</c:v>
                </c:pt>
                <c:pt idx="21">
                  <c:v>4517285.0</c:v>
                </c:pt>
                <c:pt idx="22">
                  <c:v>5454940.0</c:v>
                </c:pt>
                <c:pt idx="23">
                  <c:v>15837909.0</c:v>
                </c:pt>
                <c:pt idx="24">
                  <c:v>54299671.0</c:v>
                </c:pt>
                <c:pt idx="25">
                  <c:v>2201713.0</c:v>
                </c:pt>
                <c:pt idx="26">
                  <c:v>23990920.0</c:v>
                </c:pt>
                <c:pt idx="27">
                  <c:v>48399932.0</c:v>
                </c:pt>
                <c:pt idx="28">
                  <c:v>512614.0</c:v>
                </c:pt>
                <c:pt idx="29">
                  <c:v>83917586.0</c:v>
                </c:pt>
                <c:pt idx="30">
                  <c:v>875904.0</c:v>
                </c:pt>
                <c:pt idx="31">
                  <c:v>6852489.0</c:v>
                </c:pt>
                <c:pt idx="32">
                  <c:v>453663538.0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台新銀行有效卡數市場排名 - 競爭對手卡片基礎對比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23</c:v>
                </c:pt>
                <c:pt idx="1">
                  <c:v>22</c:v>
                </c:pt>
                <c:pt idx="2">
                  <c:v>16</c:v>
                </c:pt>
                <c:pt idx="3">
                  <c:v>10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3</c:v>
                </c:pt>
                <c:pt idx="9">
                  <c:v>32</c:v>
                </c:pt>
                <c:pt idx="10">
                  <c:v>12</c:v>
                </c:pt>
                <c:pt idx="11">
                  <c:v>30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14</c:v>
                </c:pt>
                <c:pt idx="16">
                  <c:v>31</c:v>
                </c:pt>
                <c:pt idx="17">
                  <c:v>13</c:v>
                </c:pt>
                <c:pt idx="18">
                  <c:v>28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4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23</c:v>
                </c:pt>
                <c:pt idx="1">
                  <c:v>22</c:v>
                </c:pt>
                <c:pt idx="2">
                  <c:v>16</c:v>
                </c:pt>
                <c:pt idx="3">
                  <c:v>10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3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14</c:v>
                </c:pt>
                <c:pt idx="16">
                  <c:v>31</c:v>
                </c:pt>
                <c:pt idx="17">
                  <c:v>13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4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10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3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14</c:v>
                </c:pt>
                <c:pt idx="16">
                  <c:v>31</c:v>
                </c:pt>
                <c:pt idx="17">
                  <c:v>13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4</c:v>
                </c:pt>
                <c:pt idx="25">
                  <c:v>20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3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4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Sheet1!$G$2:$G$34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Sheet1!$H$2:$H$34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Sheet1!$I$2:$I$34</c:f>
              <c:numCache>
                <c:formatCode>General</c:formatCode>
                <c:ptCount val="33"/>
                <c:pt idx="0">
                  <c:v>24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23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Sheet1!$J$2:$J$34</c:f>
              <c:numCache>
                <c:formatCode>General</c:formatCode>
                <c:ptCount val="33"/>
                <c:pt idx="0">
                  <c:v>23</c:v>
                </c:pt>
                <c:pt idx="1">
                  <c:v>22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Sheet1!$K$2:$K$34</c:f>
              <c:numCache>
                <c:formatCode>General</c:formatCode>
                <c:ptCount val="33"/>
                <c:pt idx="0">
                  <c:v>22</c:v>
                </c:pt>
                <c:pt idx="1">
                  <c:v>23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18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19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Sheet1!$L$2:$L$34</c:f>
              <c:numCache>
                <c:formatCode>General</c:formatCode>
                <c:ptCount val="33"/>
                <c:pt idx="0">
                  <c:v>22</c:v>
                </c:pt>
                <c:pt idx="1">
                  <c:v>23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19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21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18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Sheet1!$M$2:$M$34</c:f>
              <c:numCache>
                <c:formatCode>General</c:formatCode>
                <c:ptCount val="33"/>
                <c:pt idx="0">
                  <c:v>21</c:v>
                </c:pt>
                <c:pt idx="1">
                  <c:v>23</c:v>
                </c:pt>
                <c:pt idx="2">
                  <c:v>16</c:v>
                </c:pt>
                <c:pt idx="3">
                  <c:v>9</c:v>
                </c:pt>
                <c:pt idx="4">
                  <c:v>11</c:v>
                </c:pt>
                <c:pt idx="5">
                  <c:v>17</c:v>
                </c:pt>
                <c:pt idx="6">
                  <c:v>19</c:v>
                </c:pt>
                <c:pt idx="7">
                  <c:v>2</c:v>
                </c:pt>
                <c:pt idx="8">
                  <c:v>4</c:v>
                </c:pt>
                <c:pt idx="9">
                  <c:v>32</c:v>
                </c:pt>
                <c:pt idx="10">
                  <c:v>12</c:v>
                </c:pt>
                <c:pt idx="11">
                  <c:v>29</c:v>
                </c:pt>
                <c:pt idx="12">
                  <c:v>25</c:v>
                </c:pt>
                <c:pt idx="13">
                  <c:v>22</c:v>
                </c:pt>
                <c:pt idx="14">
                  <c:v>26</c:v>
                </c:pt>
                <c:pt idx="15">
                  <c:v>13</c:v>
                </c:pt>
                <c:pt idx="16">
                  <c:v>31</c:v>
                </c:pt>
                <c:pt idx="17">
                  <c:v>14</c:v>
                </c:pt>
                <c:pt idx="18">
                  <c:v>28</c:v>
                </c:pt>
                <c:pt idx="19">
                  <c:v>30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18</c:v>
                </c:pt>
                <c:pt idx="26">
                  <c:v>6</c:v>
                </c:pt>
                <c:pt idx="27">
                  <c:v>5</c:v>
                </c:pt>
                <c:pt idx="28">
                  <c:v>27</c:v>
                </c:pt>
                <c:pt idx="29">
                  <c:v>1</c:v>
                </c:pt>
                <c:pt idx="30">
                  <c:v>20</c:v>
                </c:pt>
                <c:pt idx="31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循環信用餘額排名：台新在市場中的位置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8</c:v>
                </c:pt>
                <c:pt idx="22">
                  <c:v>15</c:v>
                </c:pt>
                <c:pt idx="23">
                  <c:v>9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2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3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Sheet1!$G$2:$G$34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2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3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Sheet1!$H$2:$H$34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5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4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Sheet1!$I$2:$I$34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4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24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5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23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Sheet1!$J$2:$J$34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4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23</c:v>
                </c:pt>
                <c:pt idx="13">
                  <c:v>18</c:v>
                </c:pt>
                <c:pt idx="14">
                  <c:v>25</c:v>
                </c:pt>
                <c:pt idx="15">
                  <c:v>11</c:v>
                </c:pt>
                <c:pt idx="16">
                  <c:v>31</c:v>
                </c:pt>
                <c:pt idx="17">
                  <c:v>10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2</c:v>
                </c:pt>
                <c:pt idx="25">
                  <c:v>14</c:v>
                </c:pt>
                <c:pt idx="26">
                  <c:v>6</c:v>
                </c:pt>
                <c:pt idx="27">
                  <c:v>5</c:v>
                </c:pt>
                <c:pt idx="28">
                  <c:v>28</c:v>
                </c:pt>
                <c:pt idx="29">
                  <c:v>3</c:v>
                </c:pt>
                <c:pt idx="30">
                  <c:v>19</c:v>
                </c:pt>
                <c:pt idx="31">
                  <c:v>24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Sheet1!$K$2:$K$34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16</c:v>
                </c:pt>
                <c:pt idx="5">
                  <c:v>21</c:v>
                </c:pt>
                <c:pt idx="6">
                  <c:v>20</c:v>
                </c:pt>
                <c:pt idx="7">
                  <c:v>4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23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2</c:v>
                </c:pt>
                <c:pt idx="25">
                  <c:v>14</c:v>
                </c:pt>
                <c:pt idx="26">
                  <c:v>6</c:v>
                </c:pt>
                <c:pt idx="27">
                  <c:v>5</c:v>
                </c:pt>
                <c:pt idx="28">
                  <c:v>28</c:v>
                </c:pt>
                <c:pt idx="29">
                  <c:v>3</c:v>
                </c:pt>
                <c:pt idx="30">
                  <c:v>19</c:v>
                </c:pt>
                <c:pt idx="31">
                  <c:v>24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Sheet1!$L$2:$L$34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4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23</c:v>
                </c:pt>
                <c:pt idx="13">
                  <c:v>18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3</c:v>
                </c:pt>
                <c:pt idx="25">
                  <c:v>14</c:v>
                </c:pt>
                <c:pt idx="26">
                  <c:v>6</c:v>
                </c:pt>
                <c:pt idx="27">
                  <c:v>5</c:v>
                </c:pt>
                <c:pt idx="28">
                  <c:v>28</c:v>
                </c:pt>
                <c:pt idx="29">
                  <c:v>2</c:v>
                </c:pt>
                <c:pt idx="30">
                  <c:v>19</c:v>
                </c:pt>
                <c:pt idx="31">
                  <c:v>24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Sheet1!$M$2:$M$34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17</c:v>
                </c:pt>
                <c:pt idx="3">
                  <c:v>13</c:v>
                </c:pt>
                <c:pt idx="4">
                  <c:v>15</c:v>
                </c:pt>
                <c:pt idx="5">
                  <c:v>21</c:v>
                </c:pt>
                <c:pt idx="6">
                  <c:v>20</c:v>
                </c:pt>
                <c:pt idx="7">
                  <c:v>4</c:v>
                </c:pt>
                <c:pt idx="8">
                  <c:v>1</c:v>
                </c:pt>
                <c:pt idx="9">
                  <c:v>30</c:v>
                </c:pt>
                <c:pt idx="10">
                  <c:v>12</c:v>
                </c:pt>
                <c:pt idx="11">
                  <c:v>32</c:v>
                </c:pt>
                <c:pt idx="12">
                  <c:v>23</c:v>
                </c:pt>
                <c:pt idx="13">
                  <c:v>19</c:v>
                </c:pt>
                <c:pt idx="14">
                  <c:v>25</c:v>
                </c:pt>
                <c:pt idx="15">
                  <c:v>10</c:v>
                </c:pt>
                <c:pt idx="16">
                  <c:v>31</c:v>
                </c:pt>
                <c:pt idx="17">
                  <c:v>11</c:v>
                </c:pt>
                <c:pt idx="18">
                  <c:v>26</c:v>
                </c:pt>
                <c:pt idx="19">
                  <c:v>29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2</c:v>
                </c:pt>
                <c:pt idx="25">
                  <c:v>14</c:v>
                </c:pt>
                <c:pt idx="26">
                  <c:v>6</c:v>
                </c:pt>
                <c:pt idx="27">
                  <c:v>5</c:v>
                </c:pt>
                <c:pt idx="28">
                  <c:v>28</c:v>
                </c:pt>
                <c:pt idx="29">
                  <c:v>3</c:v>
                </c:pt>
                <c:pt idx="30">
                  <c:v>18</c:v>
                </c:pt>
                <c:pt idx="31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台新轉銷呆帳排名：市場競爭地位評估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25</c:v>
                </c:pt>
                <c:pt idx="1">
                  <c:v>19</c:v>
                </c:pt>
                <c:pt idx="2">
                  <c:v>16</c:v>
                </c:pt>
                <c:pt idx="3">
                  <c:v>12</c:v>
                </c:pt>
                <c:pt idx="4">
                  <c:v>28</c:v>
                </c:pt>
                <c:pt idx="5">
                  <c:v>22</c:v>
                </c:pt>
                <c:pt idx="6">
                  <c:v>18</c:v>
                </c:pt>
                <c:pt idx="7">
                  <c:v>2</c:v>
                </c:pt>
                <c:pt idx="8">
                  <c:v>1</c:v>
                </c:pt>
                <c:pt idx="9">
                  <c:v>27</c:v>
                </c:pt>
                <c:pt idx="10">
                  <c:v>10</c:v>
                </c:pt>
                <c:pt idx="11">
                  <c:v>28</c:v>
                </c:pt>
                <c:pt idx="12">
                  <c:v>23</c:v>
                </c:pt>
                <c:pt idx="13">
                  <c:v>17</c:v>
                </c:pt>
                <c:pt idx="14">
                  <c:v>21</c:v>
                </c:pt>
                <c:pt idx="15">
                  <c:v>15</c:v>
                </c:pt>
                <c:pt idx="16">
                  <c:v>28</c:v>
                </c:pt>
                <c:pt idx="17">
                  <c:v>13</c:v>
                </c:pt>
                <c:pt idx="18">
                  <c:v>28</c:v>
                </c:pt>
                <c:pt idx="19">
                  <c:v>26</c:v>
                </c:pt>
                <c:pt idx="20">
                  <c:v>7</c:v>
                </c:pt>
                <c:pt idx="21">
                  <c:v>9</c:v>
                </c:pt>
                <c:pt idx="22">
                  <c:v>14</c:v>
                </c:pt>
                <c:pt idx="23">
                  <c:v>8</c:v>
                </c:pt>
                <c:pt idx="24">
                  <c:v>6</c:v>
                </c:pt>
                <c:pt idx="25">
                  <c:v>11</c:v>
                </c:pt>
                <c:pt idx="26">
                  <c:v>5</c:v>
                </c:pt>
                <c:pt idx="27">
                  <c:v>4</c:v>
                </c:pt>
                <c:pt idx="28">
                  <c:v>28</c:v>
                </c:pt>
                <c:pt idx="29">
                  <c:v>3</c:v>
                </c:pt>
                <c:pt idx="30">
                  <c:v>24</c:v>
                </c:pt>
                <c:pt idx="31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25</c:v>
                </c:pt>
                <c:pt idx="1">
                  <c:v>21</c:v>
                </c:pt>
                <c:pt idx="2">
                  <c:v>17</c:v>
                </c:pt>
                <c:pt idx="3">
                  <c:v>12</c:v>
                </c:pt>
                <c:pt idx="4">
                  <c:v>28</c:v>
                </c:pt>
                <c:pt idx="5">
                  <c:v>23</c:v>
                </c:pt>
                <c:pt idx="6">
                  <c:v>19</c:v>
                </c:pt>
                <c:pt idx="7">
                  <c:v>2</c:v>
                </c:pt>
                <c:pt idx="8">
                  <c:v>1</c:v>
                </c:pt>
                <c:pt idx="9">
                  <c:v>28</c:v>
                </c:pt>
                <c:pt idx="10">
                  <c:v>11</c:v>
                </c:pt>
                <c:pt idx="11">
                  <c:v>28</c:v>
                </c:pt>
                <c:pt idx="12">
                  <c:v>22</c:v>
                </c:pt>
                <c:pt idx="13">
                  <c:v>18</c:v>
                </c:pt>
                <c:pt idx="14">
                  <c:v>20</c:v>
                </c:pt>
                <c:pt idx="15">
                  <c:v>10</c:v>
                </c:pt>
                <c:pt idx="16">
                  <c:v>27</c:v>
                </c:pt>
                <c:pt idx="17">
                  <c:v>14</c:v>
                </c:pt>
                <c:pt idx="18">
                  <c:v>28</c:v>
                </c:pt>
                <c:pt idx="19">
                  <c:v>26</c:v>
                </c:pt>
                <c:pt idx="20">
                  <c:v>7</c:v>
                </c:pt>
                <c:pt idx="21">
                  <c:v>9</c:v>
                </c:pt>
                <c:pt idx="22">
                  <c:v>15</c:v>
                </c:pt>
                <c:pt idx="23">
                  <c:v>8</c:v>
                </c:pt>
                <c:pt idx="24">
                  <c:v>5</c:v>
                </c:pt>
                <c:pt idx="25">
                  <c:v>13</c:v>
                </c:pt>
                <c:pt idx="26">
                  <c:v>4</c:v>
                </c:pt>
                <c:pt idx="27">
                  <c:v>6</c:v>
                </c:pt>
                <c:pt idx="28">
                  <c:v>28</c:v>
                </c:pt>
                <c:pt idx="29">
                  <c:v>3</c:v>
                </c:pt>
                <c:pt idx="30">
                  <c:v>24</c:v>
                </c:pt>
                <c:pt idx="31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16</c:v>
                </c:pt>
                <c:pt idx="3">
                  <c:v>14</c:v>
                </c:pt>
                <c:pt idx="4">
                  <c:v>8</c:v>
                </c:pt>
                <c:pt idx="5">
                  <c:v>21</c:v>
                </c:pt>
                <c:pt idx="6">
                  <c:v>19</c:v>
                </c:pt>
                <c:pt idx="7">
                  <c:v>2</c:v>
                </c:pt>
                <c:pt idx="8">
                  <c:v>1</c:v>
                </c:pt>
                <c:pt idx="9">
                  <c:v>28</c:v>
                </c:pt>
                <c:pt idx="10">
                  <c:v>11</c:v>
                </c:pt>
                <c:pt idx="11">
                  <c:v>30</c:v>
                </c:pt>
                <c:pt idx="12">
                  <c:v>25</c:v>
                </c:pt>
                <c:pt idx="13">
                  <c:v>24</c:v>
                </c:pt>
                <c:pt idx="14">
                  <c:v>23</c:v>
                </c:pt>
                <c:pt idx="15">
                  <c:v>13</c:v>
                </c:pt>
                <c:pt idx="16">
                  <c:v>30</c:v>
                </c:pt>
                <c:pt idx="17">
                  <c:v>15</c:v>
                </c:pt>
                <c:pt idx="18">
                  <c:v>20</c:v>
                </c:pt>
                <c:pt idx="19">
                  <c:v>29</c:v>
                </c:pt>
                <c:pt idx="20">
                  <c:v>7</c:v>
                </c:pt>
                <c:pt idx="21">
                  <c:v>10</c:v>
                </c:pt>
                <c:pt idx="22">
                  <c:v>17</c:v>
                </c:pt>
                <c:pt idx="23">
                  <c:v>9</c:v>
                </c:pt>
                <c:pt idx="24">
                  <c:v>5</c:v>
                </c:pt>
                <c:pt idx="25">
                  <c:v>12</c:v>
                </c:pt>
                <c:pt idx="26">
                  <c:v>4</c:v>
                </c:pt>
                <c:pt idx="27">
                  <c:v>6</c:v>
                </c:pt>
                <c:pt idx="28">
                  <c:v>30</c:v>
                </c:pt>
                <c:pt idx="29">
                  <c:v>3</c:v>
                </c:pt>
                <c:pt idx="30">
                  <c:v>26</c:v>
                </c:pt>
                <c:pt idx="31">
                  <c:v>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23</c:v>
                </c:pt>
                <c:pt idx="1">
                  <c:v>22</c:v>
                </c:pt>
                <c:pt idx="2">
                  <c:v>12</c:v>
                </c:pt>
                <c:pt idx="3">
                  <c:v>15</c:v>
                </c:pt>
                <c:pt idx="4">
                  <c:v>27</c:v>
                </c:pt>
                <c:pt idx="5">
                  <c:v>20</c:v>
                </c:pt>
                <c:pt idx="6">
                  <c:v>19</c:v>
                </c:pt>
                <c:pt idx="7">
                  <c:v>2</c:v>
                </c:pt>
                <c:pt idx="8">
                  <c:v>1</c:v>
                </c:pt>
                <c:pt idx="9">
                  <c:v>26</c:v>
                </c:pt>
                <c:pt idx="10">
                  <c:v>11</c:v>
                </c:pt>
                <c:pt idx="11">
                  <c:v>27</c:v>
                </c:pt>
                <c:pt idx="12">
                  <c:v>27</c:v>
                </c:pt>
                <c:pt idx="13">
                  <c:v>17</c:v>
                </c:pt>
                <c:pt idx="14">
                  <c:v>21</c:v>
                </c:pt>
                <c:pt idx="15">
                  <c:v>14</c:v>
                </c:pt>
                <c:pt idx="16">
                  <c:v>27</c:v>
                </c:pt>
                <c:pt idx="17">
                  <c:v>13</c:v>
                </c:pt>
                <c:pt idx="18">
                  <c:v>27</c:v>
                </c:pt>
                <c:pt idx="19">
                  <c:v>25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5</c:v>
                </c:pt>
                <c:pt idx="25">
                  <c:v>10</c:v>
                </c:pt>
                <c:pt idx="26">
                  <c:v>4</c:v>
                </c:pt>
                <c:pt idx="27">
                  <c:v>6</c:v>
                </c:pt>
                <c:pt idx="28">
                  <c:v>27</c:v>
                </c:pt>
                <c:pt idx="29">
                  <c:v>3</c:v>
                </c:pt>
                <c:pt idx="30">
                  <c:v>24</c:v>
                </c:pt>
                <c:pt idx="31">
                  <c:v>18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27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  <c:pt idx="4">
                  <c:v>30</c:v>
                </c:pt>
                <c:pt idx="5">
                  <c:v>23</c:v>
                </c:pt>
                <c:pt idx="6">
                  <c:v>19</c:v>
                </c:pt>
                <c:pt idx="7">
                  <c:v>2</c:v>
                </c:pt>
                <c:pt idx="8">
                  <c:v>1</c:v>
                </c:pt>
                <c:pt idx="9">
                  <c:v>26</c:v>
                </c:pt>
                <c:pt idx="10">
                  <c:v>21</c:v>
                </c:pt>
                <c:pt idx="11">
                  <c:v>30</c:v>
                </c:pt>
                <c:pt idx="12">
                  <c:v>20</c:v>
                </c:pt>
                <c:pt idx="13">
                  <c:v>18</c:v>
                </c:pt>
                <c:pt idx="14">
                  <c:v>24</c:v>
                </c:pt>
                <c:pt idx="15">
                  <c:v>11</c:v>
                </c:pt>
                <c:pt idx="16">
                  <c:v>29</c:v>
                </c:pt>
                <c:pt idx="17">
                  <c:v>13</c:v>
                </c:pt>
                <c:pt idx="18">
                  <c:v>30</c:v>
                </c:pt>
                <c:pt idx="19">
                  <c:v>28</c:v>
                </c:pt>
                <c:pt idx="20">
                  <c:v>7</c:v>
                </c:pt>
                <c:pt idx="21">
                  <c:v>10</c:v>
                </c:pt>
                <c:pt idx="22">
                  <c:v>16</c:v>
                </c:pt>
                <c:pt idx="23">
                  <c:v>8</c:v>
                </c:pt>
                <c:pt idx="24">
                  <c:v>5</c:v>
                </c:pt>
                <c:pt idx="25">
                  <c:v>12</c:v>
                </c:pt>
                <c:pt idx="26">
                  <c:v>4</c:v>
                </c:pt>
                <c:pt idx="27">
                  <c:v>6</c:v>
                </c:pt>
                <c:pt idx="28">
                  <c:v>17</c:v>
                </c:pt>
                <c:pt idx="29">
                  <c:v>3</c:v>
                </c:pt>
                <c:pt idx="30">
                  <c:v>25</c:v>
                </c:pt>
                <c:pt idx="31">
                  <c:v>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Sheet1!$G$2:$G$34</c:f>
              <c:numCache>
                <c:formatCode>General</c:formatCode>
                <c:ptCount val="33"/>
                <c:pt idx="0">
                  <c:v>29</c:v>
                </c:pt>
                <c:pt idx="1">
                  <c:v>25</c:v>
                </c:pt>
                <c:pt idx="2">
                  <c:v>18</c:v>
                </c:pt>
                <c:pt idx="3">
                  <c:v>16</c:v>
                </c:pt>
                <c:pt idx="4">
                  <c:v>7</c:v>
                </c:pt>
                <c:pt idx="5">
                  <c:v>22</c:v>
                </c:pt>
                <c:pt idx="6">
                  <c:v>19</c:v>
                </c:pt>
                <c:pt idx="7">
                  <c:v>2</c:v>
                </c:pt>
                <c:pt idx="8">
                  <c:v>3</c:v>
                </c:pt>
                <c:pt idx="9">
                  <c:v>27</c:v>
                </c:pt>
                <c:pt idx="10">
                  <c:v>13</c:v>
                </c:pt>
                <c:pt idx="11">
                  <c:v>30</c:v>
                </c:pt>
                <c:pt idx="12">
                  <c:v>23</c:v>
                </c:pt>
                <c:pt idx="13">
                  <c:v>20</c:v>
                </c:pt>
                <c:pt idx="14">
                  <c:v>24</c:v>
                </c:pt>
                <c:pt idx="15">
                  <c:v>10</c:v>
                </c:pt>
                <c:pt idx="16">
                  <c:v>30</c:v>
                </c:pt>
                <c:pt idx="17">
                  <c:v>14</c:v>
                </c:pt>
                <c:pt idx="18">
                  <c:v>21</c:v>
                </c:pt>
                <c:pt idx="19">
                  <c:v>27</c:v>
                </c:pt>
                <c:pt idx="20">
                  <c:v>8</c:v>
                </c:pt>
                <c:pt idx="21">
                  <c:v>11</c:v>
                </c:pt>
                <c:pt idx="22">
                  <c:v>15</c:v>
                </c:pt>
                <c:pt idx="23">
                  <c:v>9</c:v>
                </c:pt>
                <c:pt idx="24">
                  <c:v>4</c:v>
                </c:pt>
                <c:pt idx="25">
                  <c:v>12</c:v>
                </c:pt>
                <c:pt idx="26">
                  <c:v>5</c:v>
                </c:pt>
                <c:pt idx="27">
                  <c:v>6</c:v>
                </c:pt>
                <c:pt idx="28">
                  <c:v>30</c:v>
                </c:pt>
                <c:pt idx="29">
                  <c:v>1</c:v>
                </c:pt>
                <c:pt idx="30">
                  <c:v>26</c:v>
                </c:pt>
                <c:pt idx="31">
                  <c:v>17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Sheet1!$H$2:$H$34</c:f>
              <c:numCache>
                <c:formatCode>General</c:formatCode>
                <c:ptCount val="33"/>
                <c:pt idx="0">
                  <c:v>25</c:v>
                </c:pt>
                <c:pt idx="1">
                  <c:v>21</c:v>
                </c:pt>
                <c:pt idx="2">
                  <c:v>17</c:v>
                </c:pt>
                <c:pt idx="3">
                  <c:v>15</c:v>
                </c:pt>
                <c:pt idx="4">
                  <c:v>28</c:v>
                </c:pt>
                <c:pt idx="5">
                  <c:v>20</c:v>
                </c:pt>
                <c:pt idx="6">
                  <c:v>18</c:v>
                </c:pt>
                <c:pt idx="7">
                  <c:v>2</c:v>
                </c:pt>
                <c:pt idx="8">
                  <c:v>1</c:v>
                </c:pt>
                <c:pt idx="9">
                  <c:v>27</c:v>
                </c:pt>
                <c:pt idx="10">
                  <c:v>11</c:v>
                </c:pt>
                <c:pt idx="11">
                  <c:v>28</c:v>
                </c:pt>
                <c:pt idx="12">
                  <c:v>23</c:v>
                </c:pt>
                <c:pt idx="13">
                  <c:v>19</c:v>
                </c:pt>
                <c:pt idx="14">
                  <c:v>22</c:v>
                </c:pt>
                <c:pt idx="15">
                  <c:v>10</c:v>
                </c:pt>
                <c:pt idx="16">
                  <c:v>28</c:v>
                </c:pt>
                <c:pt idx="17">
                  <c:v>13</c:v>
                </c:pt>
                <c:pt idx="18">
                  <c:v>28</c:v>
                </c:pt>
                <c:pt idx="19">
                  <c:v>26</c:v>
                </c:pt>
                <c:pt idx="20">
                  <c:v>7</c:v>
                </c:pt>
                <c:pt idx="21">
                  <c:v>9</c:v>
                </c:pt>
                <c:pt idx="22">
                  <c:v>16</c:v>
                </c:pt>
                <c:pt idx="23">
                  <c:v>8</c:v>
                </c:pt>
                <c:pt idx="24">
                  <c:v>4</c:v>
                </c:pt>
                <c:pt idx="25">
                  <c:v>14</c:v>
                </c:pt>
                <c:pt idx="26">
                  <c:v>5</c:v>
                </c:pt>
                <c:pt idx="27">
                  <c:v>6</c:v>
                </c:pt>
                <c:pt idx="28">
                  <c:v>28</c:v>
                </c:pt>
                <c:pt idx="29">
                  <c:v>3</c:v>
                </c:pt>
                <c:pt idx="30">
                  <c:v>24</c:v>
                </c:pt>
                <c:pt idx="31">
                  <c:v>12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Sheet1!$I$2:$I$34</c:f>
              <c:numCache>
                <c:formatCode>General</c:formatCode>
                <c:ptCount val="33"/>
                <c:pt idx="0">
                  <c:v>24</c:v>
                </c:pt>
                <c:pt idx="1">
                  <c:v>21</c:v>
                </c:pt>
                <c:pt idx="2">
                  <c:v>17</c:v>
                </c:pt>
                <c:pt idx="3">
                  <c:v>15</c:v>
                </c:pt>
                <c:pt idx="4">
                  <c:v>29</c:v>
                </c:pt>
                <c:pt idx="5">
                  <c:v>22</c:v>
                </c:pt>
                <c:pt idx="6">
                  <c:v>19</c:v>
                </c:pt>
                <c:pt idx="7">
                  <c:v>4</c:v>
                </c:pt>
                <c:pt idx="8">
                  <c:v>1</c:v>
                </c:pt>
                <c:pt idx="9">
                  <c:v>28</c:v>
                </c:pt>
                <c:pt idx="10">
                  <c:v>16</c:v>
                </c:pt>
                <c:pt idx="11">
                  <c:v>29</c:v>
                </c:pt>
                <c:pt idx="12">
                  <c:v>20</c:v>
                </c:pt>
                <c:pt idx="13">
                  <c:v>18</c:v>
                </c:pt>
                <c:pt idx="14">
                  <c:v>23</c:v>
                </c:pt>
                <c:pt idx="15">
                  <c:v>12</c:v>
                </c:pt>
                <c:pt idx="16">
                  <c:v>27</c:v>
                </c:pt>
                <c:pt idx="17">
                  <c:v>14</c:v>
                </c:pt>
                <c:pt idx="18">
                  <c:v>29</c:v>
                </c:pt>
                <c:pt idx="19">
                  <c:v>26</c:v>
                </c:pt>
                <c:pt idx="20">
                  <c:v>7</c:v>
                </c:pt>
                <c:pt idx="21">
                  <c:v>9</c:v>
                </c:pt>
                <c:pt idx="22">
                  <c:v>13</c:v>
                </c:pt>
                <c:pt idx="23">
                  <c:v>8</c:v>
                </c:pt>
                <c:pt idx="24">
                  <c:v>2</c:v>
                </c:pt>
                <c:pt idx="25">
                  <c:v>10</c:v>
                </c:pt>
                <c:pt idx="26">
                  <c:v>5</c:v>
                </c:pt>
                <c:pt idx="27">
                  <c:v>6</c:v>
                </c:pt>
                <c:pt idx="28">
                  <c:v>29</c:v>
                </c:pt>
                <c:pt idx="29">
                  <c:v>3</c:v>
                </c:pt>
                <c:pt idx="30">
                  <c:v>25</c:v>
                </c:pt>
                <c:pt idx="31">
                  <c:v>11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Sheet1!$J$2:$J$34</c:f>
              <c:numCache>
                <c:formatCode>General</c:formatCode>
                <c:ptCount val="33"/>
                <c:pt idx="0">
                  <c:v>28</c:v>
                </c:pt>
                <c:pt idx="1">
                  <c:v>26</c:v>
                </c:pt>
                <c:pt idx="2">
                  <c:v>17</c:v>
                </c:pt>
                <c:pt idx="3">
                  <c:v>14</c:v>
                </c:pt>
                <c:pt idx="4">
                  <c:v>8</c:v>
                </c:pt>
                <c:pt idx="5">
                  <c:v>19</c:v>
                </c:pt>
                <c:pt idx="6">
                  <c:v>23</c:v>
                </c:pt>
                <c:pt idx="7">
                  <c:v>2</c:v>
                </c:pt>
                <c:pt idx="8">
                  <c:v>1</c:v>
                </c:pt>
                <c:pt idx="9">
                  <c:v>30</c:v>
                </c:pt>
                <c:pt idx="10">
                  <c:v>16</c:v>
                </c:pt>
                <c:pt idx="11">
                  <c:v>31</c:v>
                </c:pt>
                <c:pt idx="12">
                  <c:v>25</c:v>
                </c:pt>
                <c:pt idx="13">
                  <c:v>18</c:v>
                </c:pt>
                <c:pt idx="14">
                  <c:v>24</c:v>
                </c:pt>
                <c:pt idx="15">
                  <c:v>13</c:v>
                </c:pt>
                <c:pt idx="16">
                  <c:v>31</c:v>
                </c:pt>
                <c:pt idx="17">
                  <c:v>12</c:v>
                </c:pt>
                <c:pt idx="18">
                  <c:v>21</c:v>
                </c:pt>
                <c:pt idx="19">
                  <c:v>29</c:v>
                </c:pt>
                <c:pt idx="20">
                  <c:v>7</c:v>
                </c:pt>
                <c:pt idx="21">
                  <c:v>10</c:v>
                </c:pt>
                <c:pt idx="22">
                  <c:v>15</c:v>
                </c:pt>
                <c:pt idx="23">
                  <c:v>9</c:v>
                </c:pt>
                <c:pt idx="24">
                  <c:v>4</c:v>
                </c:pt>
                <c:pt idx="25">
                  <c:v>11</c:v>
                </c:pt>
                <c:pt idx="26">
                  <c:v>5</c:v>
                </c:pt>
                <c:pt idx="27">
                  <c:v>6</c:v>
                </c:pt>
                <c:pt idx="28">
                  <c:v>22</c:v>
                </c:pt>
                <c:pt idx="29">
                  <c:v>3</c:v>
                </c:pt>
                <c:pt idx="30">
                  <c:v>27</c:v>
                </c:pt>
                <c:pt idx="31">
                  <c:v>20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Sheet1!$K$2:$K$34</c:f>
              <c:numCache>
                <c:formatCode>General</c:formatCode>
                <c:ptCount val="33"/>
                <c:pt idx="0">
                  <c:v>27</c:v>
                </c:pt>
                <c:pt idx="1">
                  <c:v>24</c:v>
                </c:pt>
                <c:pt idx="2">
                  <c:v>16</c:v>
                </c:pt>
                <c:pt idx="3">
                  <c:v>17</c:v>
                </c:pt>
                <c:pt idx="4">
                  <c:v>28</c:v>
                </c:pt>
                <c:pt idx="5">
                  <c:v>21</c:v>
                </c:pt>
                <c:pt idx="6">
                  <c:v>19</c:v>
                </c:pt>
                <c:pt idx="7">
                  <c:v>2</c:v>
                </c:pt>
                <c:pt idx="8">
                  <c:v>1</c:v>
                </c:pt>
                <c:pt idx="9">
                  <c:v>28</c:v>
                </c:pt>
                <c:pt idx="10">
                  <c:v>12</c:v>
                </c:pt>
                <c:pt idx="11">
                  <c:v>28</c:v>
                </c:pt>
                <c:pt idx="12">
                  <c:v>20</c:v>
                </c:pt>
                <c:pt idx="13">
                  <c:v>18</c:v>
                </c:pt>
                <c:pt idx="14">
                  <c:v>22</c:v>
                </c:pt>
                <c:pt idx="15">
                  <c:v>10</c:v>
                </c:pt>
                <c:pt idx="16">
                  <c:v>28</c:v>
                </c:pt>
                <c:pt idx="17">
                  <c:v>13</c:v>
                </c:pt>
                <c:pt idx="18">
                  <c:v>28</c:v>
                </c:pt>
                <c:pt idx="19">
                  <c:v>26</c:v>
                </c:pt>
                <c:pt idx="20">
                  <c:v>7</c:v>
                </c:pt>
                <c:pt idx="21">
                  <c:v>11</c:v>
                </c:pt>
                <c:pt idx="22">
                  <c:v>15</c:v>
                </c:pt>
                <c:pt idx="23">
                  <c:v>8</c:v>
                </c:pt>
                <c:pt idx="24">
                  <c:v>4</c:v>
                </c:pt>
                <c:pt idx="25">
                  <c:v>14</c:v>
                </c:pt>
                <c:pt idx="26">
                  <c:v>5</c:v>
                </c:pt>
                <c:pt idx="27">
                  <c:v>6</c:v>
                </c:pt>
                <c:pt idx="28">
                  <c:v>23</c:v>
                </c:pt>
                <c:pt idx="29">
                  <c:v>3</c:v>
                </c:pt>
                <c:pt idx="30">
                  <c:v>25</c:v>
                </c:pt>
                <c:pt idx="31">
                  <c:v>9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Sheet1!$L$2:$L$34</c:f>
              <c:numCache>
                <c:formatCode>General</c:formatCode>
                <c:ptCount val="33"/>
                <c:pt idx="0">
                  <c:v>23</c:v>
                </c:pt>
                <c:pt idx="1">
                  <c:v>21</c:v>
                </c:pt>
                <c:pt idx="2">
                  <c:v>13</c:v>
                </c:pt>
                <c:pt idx="3">
                  <c:v>15</c:v>
                </c:pt>
                <c:pt idx="4">
                  <c:v>29</c:v>
                </c:pt>
                <c:pt idx="5">
                  <c:v>20</c:v>
                </c:pt>
                <c:pt idx="6">
                  <c:v>17</c:v>
                </c:pt>
                <c:pt idx="7">
                  <c:v>3</c:v>
                </c:pt>
                <c:pt idx="8">
                  <c:v>2</c:v>
                </c:pt>
                <c:pt idx="9">
                  <c:v>28</c:v>
                </c:pt>
                <c:pt idx="10">
                  <c:v>16</c:v>
                </c:pt>
                <c:pt idx="11">
                  <c:v>29</c:v>
                </c:pt>
                <c:pt idx="12">
                  <c:v>24</c:v>
                </c:pt>
                <c:pt idx="13">
                  <c:v>18</c:v>
                </c:pt>
                <c:pt idx="14">
                  <c:v>22</c:v>
                </c:pt>
                <c:pt idx="15">
                  <c:v>11</c:v>
                </c:pt>
                <c:pt idx="16">
                  <c:v>29</c:v>
                </c:pt>
                <c:pt idx="17">
                  <c:v>9</c:v>
                </c:pt>
                <c:pt idx="18">
                  <c:v>29</c:v>
                </c:pt>
                <c:pt idx="19">
                  <c:v>27</c:v>
                </c:pt>
                <c:pt idx="20">
                  <c:v>7</c:v>
                </c:pt>
                <c:pt idx="21">
                  <c:v>10</c:v>
                </c:pt>
                <c:pt idx="22">
                  <c:v>14</c:v>
                </c:pt>
                <c:pt idx="23">
                  <c:v>8</c:v>
                </c:pt>
                <c:pt idx="24">
                  <c:v>4</c:v>
                </c:pt>
                <c:pt idx="25">
                  <c:v>12</c:v>
                </c:pt>
                <c:pt idx="26">
                  <c:v>6</c:v>
                </c:pt>
                <c:pt idx="27">
                  <c:v>5</c:v>
                </c:pt>
                <c:pt idx="28">
                  <c:v>26</c:v>
                </c:pt>
                <c:pt idx="29">
                  <c:v>1</c:v>
                </c:pt>
                <c:pt idx="30">
                  <c:v>25</c:v>
                </c:pt>
                <c:pt idx="31">
                  <c:v>19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Sheet1!$M$2:$M$34</c:f>
              <c:numCache>
                <c:formatCode>General</c:formatCode>
                <c:ptCount val="33"/>
                <c:pt idx="0">
                  <c:v>28</c:v>
                </c:pt>
                <c:pt idx="1">
                  <c:v>22</c:v>
                </c:pt>
                <c:pt idx="2">
                  <c:v>17</c:v>
                </c:pt>
                <c:pt idx="3">
                  <c:v>15</c:v>
                </c:pt>
                <c:pt idx="4">
                  <c:v>7</c:v>
                </c:pt>
                <c:pt idx="5">
                  <c:v>21</c:v>
                </c:pt>
                <c:pt idx="6">
                  <c:v>19</c:v>
                </c:pt>
                <c:pt idx="7">
                  <c:v>1</c:v>
                </c:pt>
                <c:pt idx="8">
                  <c:v>2</c:v>
                </c:pt>
                <c:pt idx="9">
                  <c:v>29</c:v>
                </c:pt>
                <c:pt idx="10">
                  <c:v>16</c:v>
                </c:pt>
                <c:pt idx="11">
                  <c:v>31</c:v>
                </c:pt>
                <c:pt idx="12">
                  <c:v>27</c:v>
                </c:pt>
                <c:pt idx="13">
                  <c:v>20</c:v>
                </c:pt>
                <c:pt idx="14">
                  <c:v>25</c:v>
                </c:pt>
                <c:pt idx="15">
                  <c:v>11</c:v>
                </c:pt>
                <c:pt idx="16">
                  <c:v>31</c:v>
                </c:pt>
                <c:pt idx="17">
                  <c:v>13</c:v>
                </c:pt>
                <c:pt idx="18">
                  <c:v>18</c:v>
                </c:pt>
                <c:pt idx="19">
                  <c:v>30</c:v>
                </c:pt>
                <c:pt idx="20">
                  <c:v>8</c:v>
                </c:pt>
                <c:pt idx="21">
                  <c:v>12</c:v>
                </c:pt>
                <c:pt idx="22">
                  <c:v>14</c:v>
                </c:pt>
                <c:pt idx="23">
                  <c:v>9</c:v>
                </c:pt>
                <c:pt idx="24">
                  <c:v>4</c:v>
                </c:pt>
                <c:pt idx="25">
                  <c:v>10</c:v>
                </c:pt>
                <c:pt idx="26">
                  <c:v>5</c:v>
                </c:pt>
                <c:pt idx="27">
                  <c:v>6</c:v>
                </c:pt>
                <c:pt idx="28">
                  <c:v>24</c:v>
                </c:pt>
                <c:pt idx="29">
                  <c:v>3</c:v>
                </c:pt>
                <c:pt idx="30">
                  <c:v>26</c:v>
                </c:pt>
                <c:pt idx="31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市場關鍵指標預測趨勢：掌握未來成長動能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  <c:pt idx="12">
                  <c:v>60946919.1364</c:v>
                </c:pt>
                <c:pt idx="13">
                  <c:v>61127329.3112</c:v>
                </c:pt>
                <c:pt idx="14">
                  <c:v>61307739.486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338561389.0</c:v>
                </c:pt>
                <c:pt idx="1">
                  <c:v>395294658.0</c:v>
                </c:pt>
                <c:pt idx="2">
                  <c:v>377172642.0</c:v>
                </c:pt>
                <c:pt idx="3">
                  <c:v>373344235.0</c:v>
                </c:pt>
                <c:pt idx="4">
                  <c:v>371785303.0</c:v>
                </c:pt>
                <c:pt idx="5">
                  <c:v>393715829.0</c:v>
                </c:pt>
                <c:pt idx="6">
                  <c:v>653264628.0</c:v>
                </c:pt>
                <c:pt idx="7">
                  <c:v>376250456.0</c:v>
                </c:pt>
                <c:pt idx="8">
                  <c:v>403174279.0</c:v>
                </c:pt>
                <c:pt idx="9">
                  <c:v>453412126.0</c:v>
                </c:pt>
                <c:pt idx="10">
                  <c:v>396704763.0</c:v>
                </c:pt>
                <c:pt idx="11">
                  <c:v>453663538.0</c:v>
                </c:pt>
                <c:pt idx="12">
                  <c:v>466314686.7879</c:v>
                </c:pt>
                <c:pt idx="13">
                  <c:v>474127922.627</c:v>
                </c:pt>
                <c:pt idx="14">
                  <c:v>481941158.4662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循環信用餘額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113560448.0</c:v>
                </c:pt>
                <c:pt idx="1">
                  <c:v>112808177.0</c:v>
                </c:pt>
                <c:pt idx="2">
                  <c:v>113115883.0</c:v>
                </c:pt>
                <c:pt idx="3">
                  <c:v>113985720.0</c:v>
                </c:pt>
                <c:pt idx="4">
                  <c:v>113422508.0</c:v>
                </c:pt>
                <c:pt idx="5">
                  <c:v>115449666.0</c:v>
                </c:pt>
                <c:pt idx="6">
                  <c:v>114459143.0</c:v>
                </c:pt>
                <c:pt idx="7">
                  <c:v>115041324.0</c:v>
                </c:pt>
                <c:pt idx="8">
                  <c:v>117177201.0</c:v>
                </c:pt>
                <c:pt idx="9">
                  <c:v>117913037.0</c:v>
                </c:pt>
                <c:pt idx="10">
                  <c:v>117776620.0</c:v>
                </c:pt>
                <c:pt idx="11">
                  <c:v>118588582.0</c:v>
                </c:pt>
                <c:pt idx="12">
                  <c:v>118761878.8333</c:v>
                </c:pt>
                <c:pt idx="13">
                  <c:v>119298343.4103</c:v>
                </c:pt>
                <c:pt idx="14">
                  <c:v>119834807.9872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台新簽帳金額市占率 vs 競爭對手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11401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0.2405</c:v>
                </c:pt>
                <c:pt idx="1">
                  <c:v>0.2176</c:v>
                </c:pt>
                <c:pt idx="2">
                  <c:v>1.2452</c:v>
                </c:pt>
                <c:pt idx="3">
                  <c:v>1.6497</c:v>
                </c:pt>
                <c:pt idx="4">
                  <c:v>1.3492</c:v>
                </c:pt>
                <c:pt idx="5">
                  <c:v>0.5475</c:v>
                </c:pt>
                <c:pt idx="6">
                  <c:v>0.4288</c:v>
                </c:pt>
                <c:pt idx="7">
                  <c:v>13.5065</c:v>
                </c:pt>
                <c:pt idx="8">
                  <c:v>15.7001</c:v>
                </c:pt>
                <c:pt idx="9">
                  <c:v>0.0515</c:v>
                </c:pt>
                <c:pt idx="10">
                  <c:v>1.3102</c:v>
                </c:pt>
                <c:pt idx="11">
                  <c:v>0.1165</c:v>
                </c:pt>
                <c:pt idx="12">
                  <c:v>0.2935</c:v>
                </c:pt>
                <c:pt idx="13">
                  <c:v>0.4022</c:v>
                </c:pt>
                <c:pt idx="14">
                  <c:v>0.1604</c:v>
                </c:pt>
                <c:pt idx="15">
                  <c:v>2.4456</c:v>
                </c:pt>
                <c:pt idx="16">
                  <c:v>0.0138</c:v>
                </c:pt>
                <c:pt idx="17">
                  <c:v>1.0551</c:v>
                </c:pt>
                <c:pt idx="18">
                  <c:v>0.1193</c:v>
                </c:pt>
                <c:pt idx="19">
                  <c:v>0.0442</c:v>
                </c:pt>
                <c:pt idx="20">
                  <c:v>4.3119</c:v>
                </c:pt>
                <c:pt idx="21">
                  <c:v>1.115</c:v>
                </c:pt>
                <c:pt idx="22">
                  <c:v>1.2797</c:v>
                </c:pt>
                <c:pt idx="23">
                  <c:v>3.6005</c:v>
                </c:pt>
                <c:pt idx="24">
                  <c:v>13.4875</c:v>
                </c:pt>
                <c:pt idx="25">
                  <c:v>0.3527</c:v>
                </c:pt>
                <c:pt idx="26">
                  <c:v>5.9046</c:v>
                </c:pt>
                <c:pt idx="27">
                  <c:v>10.4624</c:v>
                </c:pt>
                <c:pt idx="28">
                  <c:v>0.1215</c:v>
                </c:pt>
                <c:pt idx="29">
                  <c:v>16.3956</c:v>
                </c:pt>
                <c:pt idx="30">
                  <c:v>0.1668</c:v>
                </c:pt>
                <c:pt idx="31">
                  <c:v>1.9044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11402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0.2452</c:v>
                </c:pt>
                <c:pt idx="1">
                  <c:v>0.2309</c:v>
                </c:pt>
                <c:pt idx="2">
                  <c:v>0.9455</c:v>
                </c:pt>
                <c:pt idx="3">
                  <c:v>1.7818</c:v>
                </c:pt>
                <c:pt idx="4">
                  <c:v>1.3767</c:v>
                </c:pt>
                <c:pt idx="5">
                  <c:v>0.5896</c:v>
                </c:pt>
                <c:pt idx="6">
                  <c:v>0.4352</c:v>
                </c:pt>
                <c:pt idx="7">
                  <c:v>13.2221</c:v>
                </c:pt>
                <c:pt idx="8">
                  <c:v>17.6448</c:v>
                </c:pt>
                <c:pt idx="9">
                  <c:v>0.0392</c:v>
                </c:pt>
                <c:pt idx="10">
                  <c:v>1.0463</c:v>
                </c:pt>
                <c:pt idx="11">
                  <c:v>0.1142</c:v>
                </c:pt>
                <c:pt idx="12">
                  <c:v>0.2225</c:v>
                </c:pt>
                <c:pt idx="13">
                  <c:v>0.3895</c:v>
                </c:pt>
                <c:pt idx="14">
                  <c:v>0.1696</c:v>
                </c:pt>
                <c:pt idx="15">
                  <c:v>2.3325</c:v>
                </c:pt>
                <c:pt idx="16">
                  <c:v>0.0112</c:v>
                </c:pt>
                <c:pt idx="17">
                  <c:v>1.1331</c:v>
                </c:pt>
                <c:pt idx="18">
                  <c:v>0.1251</c:v>
                </c:pt>
                <c:pt idx="19">
                  <c:v>0.0339</c:v>
                </c:pt>
                <c:pt idx="20">
                  <c:v>3.383</c:v>
                </c:pt>
                <c:pt idx="21">
                  <c:v>1.1509</c:v>
                </c:pt>
                <c:pt idx="22">
                  <c:v>1.2932</c:v>
                </c:pt>
                <c:pt idx="23">
                  <c:v>3.9859</c:v>
                </c:pt>
                <c:pt idx="24">
                  <c:v>11.2872</c:v>
                </c:pt>
                <c:pt idx="25">
                  <c:v>0.3859</c:v>
                </c:pt>
                <c:pt idx="26">
                  <c:v>6.0101</c:v>
                </c:pt>
                <c:pt idx="27">
                  <c:v>10.8389</c:v>
                </c:pt>
                <c:pt idx="28">
                  <c:v>0.1054</c:v>
                </c:pt>
                <c:pt idx="29">
                  <c:v>17.8475</c:v>
                </c:pt>
                <c:pt idx="30">
                  <c:v>0.185</c:v>
                </c:pt>
                <c:pt idx="31">
                  <c:v>1.4383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11403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0.2487</c:v>
                </c:pt>
                <c:pt idx="1">
                  <c:v>0.2261</c:v>
                </c:pt>
                <c:pt idx="2">
                  <c:v>1.0628</c:v>
                </c:pt>
                <c:pt idx="3">
                  <c:v>1.6773</c:v>
                </c:pt>
                <c:pt idx="4">
                  <c:v>1.3297</c:v>
                </c:pt>
                <c:pt idx="5">
                  <c:v>0.5739</c:v>
                </c:pt>
                <c:pt idx="6">
                  <c:v>0.4204</c:v>
                </c:pt>
                <c:pt idx="7">
                  <c:v>12.732</c:v>
                </c:pt>
                <c:pt idx="8">
                  <c:v>17.4688</c:v>
                </c:pt>
                <c:pt idx="9">
                  <c:v>0.0485</c:v>
                </c:pt>
                <c:pt idx="10">
                  <c:v>1.1749</c:v>
                </c:pt>
                <c:pt idx="11">
                  <c:v>0.1484</c:v>
                </c:pt>
                <c:pt idx="12">
                  <c:v>0.2482</c:v>
                </c:pt>
                <c:pt idx="13">
                  <c:v>0.3834</c:v>
                </c:pt>
                <c:pt idx="14">
                  <c:v>0.1665</c:v>
                </c:pt>
                <c:pt idx="15">
                  <c:v>2.3642</c:v>
                </c:pt>
                <c:pt idx="16">
                  <c:v>0.0138</c:v>
                </c:pt>
                <c:pt idx="17">
                  <c:v>1.2072</c:v>
                </c:pt>
                <c:pt idx="18">
                  <c:v>0.1277</c:v>
                </c:pt>
                <c:pt idx="19">
                  <c:v>0.034</c:v>
                </c:pt>
                <c:pt idx="20">
                  <c:v>3.7346</c:v>
                </c:pt>
                <c:pt idx="21">
                  <c:v>1.1107</c:v>
                </c:pt>
                <c:pt idx="22">
                  <c:v>1.2562</c:v>
                </c:pt>
                <c:pt idx="23">
                  <c:v>3.7361</c:v>
                </c:pt>
                <c:pt idx="24">
                  <c:v>12.0684</c:v>
                </c:pt>
                <c:pt idx="25">
                  <c:v>0.3796</c:v>
                </c:pt>
                <c:pt idx="26">
                  <c:v>5.7407</c:v>
                </c:pt>
                <c:pt idx="27">
                  <c:v>10.5138</c:v>
                </c:pt>
                <c:pt idx="28">
                  <c:v>0.1151</c:v>
                </c:pt>
                <c:pt idx="29">
                  <c:v>17.7321</c:v>
                </c:pt>
                <c:pt idx="30">
                  <c:v>0.1777</c:v>
                </c:pt>
                <c:pt idx="31">
                  <c:v>1.7786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11404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0.2385</c:v>
                </c:pt>
                <c:pt idx="1">
                  <c:v>0.2284</c:v>
                </c:pt>
                <c:pt idx="2">
                  <c:v>1.0359</c:v>
                </c:pt>
                <c:pt idx="3">
                  <c:v>1.7328</c:v>
                </c:pt>
                <c:pt idx="4">
                  <c:v>1.3767</c:v>
                </c:pt>
                <c:pt idx="5">
                  <c:v>0.5328</c:v>
                </c:pt>
                <c:pt idx="6">
                  <c:v>0.4195</c:v>
                </c:pt>
                <c:pt idx="7">
                  <c:v>13.2544</c:v>
                </c:pt>
                <c:pt idx="8">
                  <c:v>17.8997</c:v>
                </c:pt>
                <c:pt idx="9">
                  <c:v>0.0405</c:v>
                </c:pt>
                <c:pt idx="10">
                  <c:v>1.1154</c:v>
                </c:pt>
                <c:pt idx="11">
                  <c:v>0.1459</c:v>
                </c:pt>
                <c:pt idx="12">
                  <c:v>0.2468</c:v>
                </c:pt>
                <c:pt idx="13">
                  <c:v>0.3589</c:v>
                </c:pt>
                <c:pt idx="14">
                  <c:v>0.1644</c:v>
                </c:pt>
                <c:pt idx="15">
                  <c:v>2.4162</c:v>
                </c:pt>
                <c:pt idx="16">
                  <c:v>0.0124</c:v>
                </c:pt>
                <c:pt idx="17">
                  <c:v>1.0762</c:v>
                </c:pt>
                <c:pt idx="18">
                  <c:v>0.1227</c:v>
                </c:pt>
                <c:pt idx="19">
                  <c:v>0.0361</c:v>
                </c:pt>
                <c:pt idx="20">
                  <c:v>3.5581</c:v>
                </c:pt>
                <c:pt idx="21">
                  <c:v>1.0644</c:v>
                </c:pt>
                <c:pt idx="22">
                  <c:v>1.2686</c:v>
                </c:pt>
                <c:pt idx="23">
                  <c:v>3.7917</c:v>
                </c:pt>
                <c:pt idx="24">
                  <c:v>11.759</c:v>
                </c:pt>
                <c:pt idx="25">
                  <c:v>0.3932</c:v>
                </c:pt>
                <c:pt idx="26">
                  <c:v>5.7756</c:v>
                </c:pt>
                <c:pt idx="27">
                  <c:v>10.7931</c:v>
                </c:pt>
                <c:pt idx="28">
                  <c:v>0.1192</c:v>
                </c:pt>
                <c:pt idx="29">
                  <c:v>17.1704</c:v>
                </c:pt>
                <c:pt idx="30">
                  <c:v>0.1765</c:v>
                </c:pt>
                <c:pt idx="31">
                  <c:v>1.6759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11405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Sheet1!$F$2:$F$34</c:f>
              <c:numCache>
                <c:formatCode>General</c:formatCode>
                <c:ptCount val="33"/>
                <c:pt idx="0">
                  <c:v>0.269</c:v>
                </c:pt>
                <c:pt idx="1">
                  <c:v>0.2314</c:v>
                </c:pt>
                <c:pt idx="2">
                  <c:v>1.1383</c:v>
                </c:pt>
                <c:pt idx="3">
                  <c:v>1.7315</c:v>
                </c:pt>
                <c:pt idx="4">
                  <c:v>1.3551</c:v>
                </c:pt>
                <c:pt idx="5">
                  <c:v>0.5626</c:v>
                </c:pt>
                <c:pt idx="6">
                  <c:v>0.4211</c:v>
                </c:pt>
                <c:pt idx="7">
                  <c:v>13.0565</c:v>
                </c:pt>
                <c:pt idx="8">
                  <c:v>16.9657</c:v>
                </c:pt>
                <c:pt idx="9">
                  <c:v>0.0563</c:v>
                </c:pt>
                <c:pt idx="10">
                  <c:v>1.2234</c:v>
                </c:pt>
                <c:pt idx="11">
                  <c:v>0.1407</c:v>
                </c:pt>
                <c:pt idx="12">
                  <c:v>0.2774</c:v>
                </c:pt>
                <c:pt idx="13">
                  <c:v>0.3588</c:v>
                </c:pt>
                <c:pt idx="14">
                  <c:v>0.1602</c:v>
                </c:pt>
                <c:pt idx="15">
                  <c:v>2.5096</c:v>
                </c:pt>
                <c:pt idx="16">
                  <c:v>0.0123</c:v>
                </c:pt>
                <c:pt idx="17">
                  <c:v>1.0805</c:v>
                </c:pt>
                <c:pt idx="18">
                  <c:v>0.1358</c:v>
                </c:pt>
                <c:pt idx="19">
                  <c:v>0.0398</c:v>
                </c:pt>
                <c:pt idx="20">
                  <c:v>3.737</c:v>
                </c:pt>
                <c:pt idx="21">
                  <c:v>1.0959</c:v>
                </c:pt>
                <c:pt idx="22">
                  <c:v>1.2481</c:v>
                </c:pt>
                <c:pt idx="23">
                  <c:v>3.7419</c:v>
                </c:pt>
                <c:pt idx="24">
                  <c:v>12.6372</c:v>
                </c:pt>
                <c:pt idx="25">
                  <c:v>0.3998</c:v>
                </c:pt>
                <c:pt idx="26">
                  <c:v>5.5111</c:v>
                </c:pt>
                <c:pt idx="27">
                  <c:v>10.936</c:v>
                </c:pt>
                <c:pt idx="28">
                  <c:v>0.1259</c:v>
                </c:pt>
                <c:pt idx="29">
                  <c:v>16.9281</c:v>
                </c:pt>
                <c:pt idx="30">
                  <c:v>0.1902</c:v>
                </c:pt>
                <c:pt idx="31">
                  <c:v>1.7229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11406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Sheet1!$G$2:$G$34</c:f>
              <c:numCache>
                <c:formatCode>General</c:formatCode>
                <c:ptCount val="33"/>
                <c:pt idx="0">
                  <c:v>0.2966</c:v>
                </c:pt>
                <c:pt idx="1">
                  <c:v>0.2364</c:v>
                </c:pt>
                <c:pt idx="2">
                  <c:v>1.0676</c:v>
                </c:pt>
                <c:pt idx="3">
                  <c:v>1.6815</c:v>
                </c:pt>
                <c:pt idx="4">
                  <c:v>1.3189</c:v>
                </c:pt>
                <c:pt idx="5">
                  <c:v>0.5811</c:v>
                </c:pt>
                <c:pt idx="6">
                  <c:v>0.4073</c:v>
                </c:pt>
                <c:pt idx="7">
                  <c:v>12.9475</c:v>
                </c:pt>
                <c:pt idx="8">
                  <c:v>17.4075</c:v>
                </c:pt>
                <c:pt idx="9">
                  <c:v>0.049</c:v>
                </c:pt>
                <c:pt idx="10">
                  <c:v>1.1968</c:v>
                </c:pt>
                <c:pt idx="11">
                  <c:v>0.1323</c:v>
                </c:pt>
                <c:pt idx="12">
                  <c:v>0.2492</c:v>
                </c:pt>
                <c:pt idx="13">
                  <c:v>0.3559</c:v>
                </c:pt>
                <c:pt idx="14">
                  <c:v>0.1524</c:v>
                </c:pt>
                <c:pt idx="15">
                  <c:v>2.4769</c:v>
                </c:pt>
                <c:pt idx="16">
                  <c:v>0.0131</c:v>
                </c:pt>
                <c:pt idx="17">
                  <c:v>1.2513</c:v>
                </c:pt>
                <c:pt idx="18">
                  <c:v>0.1316</c:v>
                </c:pt>
                <c:pt idx="19">
                  <c:v>0.0358</c:v>
                </c:pt>
                <c:pt idx="20">
                  <c:v>3.626</c:v>
                </c:pt>
                <c:pt idx="21">
                  <c:v>1.0642</c:v>
                </c:pt>
                <c:pt idx="22">
                  <c:v>1.2216</c:v>
                </c:pt>
                <c:pt idx="23">
                  <c:v>3.6609</c:v>
                </c:pt>
                <c:pt idx="24">
                  <c:v>12.5714</c:v>
                </c:pt>
                <c:pt idx="25">
                  <c:v>0.4165</c:v>
                </c:pt>
                <c:pt idx="26">
                  <c:v>5.3504</c:v>
                </c:pt>
                <c:pt idx="27">
                  <c:v>11.1372</c:v>
                </c:pt>
                <c:pt idx="28">
                  <c:v>0.1139</c:v>
                </c:pt>
                <c:pt idx="29">
                  <c:v>17.0443</c:v>
                </c:pt>
                <c:pt idx="30">
                  <c:v>0.2074</c:v>
                </c:pt>
                <c:pt idx="31">
                  <c:v>1.5975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11407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Sheet1!$H$2:$H$34</c:f>
              <c:numCache>
                <c:formatCode>General</c:formatCode>
                <c:ptCount val="33"/>
                <c:pt idx="0">
                  <c:v>0.2789</c:v>
                </c:pt>
                <c:pt idx="1">
                  <c:v>0.1864</c:v>
                </c:pt>
                <c:pt idx="2">
                  <c:v>1.5668</c:v>
                </c:pt>
                <c:pt idx="3">
                  <c:v>1.5936</c:v>
                </c:pt>
                <c:pt idx="4">
                  <c:v>1.7733</c:v>
                </c:pt>
                <c:pt idx="5">
                  <c:v>0.6149</c:v>
                </c:pt>
                <c:pt idx="6">
                  <c:v>0.4372</c:v>
                </c:pt>
                <c:pt idx="7">
                  <c:v>10.868</c:v>
                </c:pt>
                <c:pt idx="8">
                  <c:v>15.5689</c:v>
                </c:pt>
                <c:pt idx="9">
                  <c:v>0.0403</c:v>
                </c:pt>
                <c:pt idx="10">
                  <c:v>1.0933</c:v>
                </c:pt>
                <c:pt idx="11">
                  <c:v>0.086</c:v>
                </c:pt>
                <c:pt idx="12">
                  <c:v>0.1882</c:v>
                </c:pt>
                <c:pt idx="13">
                  <c:v>0.3129</c:v>
                </c:pt>
                <c:pt idx="14">
                  <c:v>0.1054</c:v>
                </c:pt>
                <c:pt idx="15">
                  <c:v>1.8386</c:v>
                </c:pt>
                <c:pt idx="16">
                  <c:v>0.0075</c:v>
                </c:pt>
                <c:pt idx="17">
                  <c:v>0.9568</c:v>
                </c:pt>
                <c:pt idx="18">
                  <c:v>0.1075</c:v>
                </c:pt>
                <c:pt idx="19">
                  <c:v>0.023</c:v>
                </c:pt>
                <c:pt idx="20">
                  <c:v>3.5425</c:v>
                </c:pt>
                <c:pt idx="21">
                  <c:v>0.7916</c:v>
                </c:pt>
                <c:pt idx="22">
                  <c:v>0.9974</c:v>
                </c:pt>
                <c:pt idx="23">
                  <c:v>3.2274</c:v>
                </c:pt>
                <c:pt idx="24">
                  <c:v>18.5454</c:v>
                </c:pt>
                <c:pt idx="25">
                  <c:v>0.3481</c:v>
                </c:pt>
                <c:pt idx="26">
                  <c:v>4.7793</c:v>
                </c:pt>
                <c:pt idx="27">
                  <c:v>9.6445</c:v>
                </c:pt>
                <c:pt idx="28">
                  <c:v>0.0886</c:v>
                </c:pt>
                <c:pt idx="29">
                  <c:v>19.2842</c:v>
                </c:pt>
                <c:pt idx="30">
                  <c:v>0.1317</c:v>
                </c:pt>
                <c:pt idx="31">
                  <c:v>0.9718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11408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Sheet1!$I$2:$I$34</c:f>
              <c:numCache>
                <c:formatCode>General</c:formatCode>
                <c:ptCount val="33"/>
                <c:pt idx="0">
                  <c:v>0.2536</c:v>
                </c:pt>
                <c:pt idx="1">
                  <c:v>0.2162</c:v>
                </c:pt>
                <c:pt idx="2">
                  <c:v>1.1322</c:v>
                </c:pt>
                <c:pt idx="3">
                  <c:v>1.7145</c:v>
                </c:pt>
                <c:pt idx="4">
                  <c:v>1.2905</c:v>
                </c:pt>
                <c:pt idx="5">
                  <c:v>0.5577</c:v>
                </c:pt>
                <c:pt idx="6">
                  <c:v>0.4124</c:v>
                </c:pt>
                <c:pt idx="7">
                  <c:v>12.5863</c:v>
                </c:pt>
                <c:pt idx="8">
                  <c:v>17.2906</c:v>
                </c:pt>
                <c:pt idx="9">
                  <c:v>0.0534</c:v>
                </c:pt>
                <c:pt idx="10">
                  <c:v>1.1688</c:v>
                </c:pt>
                <c:pt idx="11">
                  <c:v>0.1413</c:v>
                </c:pt>
                <c:pt idx="12">
                  <c:v>0.2681</c:v>
                </c:pt>
                <c:pt idx="13">
                  <c:v>0.3449</c:v>
                </c:pt>
                <c:pt idx="14">
                  <c:v>0.1554</c:v>
                </c:pt>
                <c:pt idx="15">
                  <c:v>2.61</c:v>
                </c:pt>
                <c:pt idx="16">
                  <c:v>0.0141</c:v>
                </c:pt>
                <c:pt idx="17">
                  <c:v>1.0462</c:v>
                </c:pt>
                <c:pt idx="18">
                  <c:v>0.1356</c:v>
                </c:pt>
                <c:pt idx="19">
                  <c:v>0.0405</c:v>
                </c:pt>
                <c:pt idx="20">
                  <c:v>3.8208</c:v>
                </c:pt>
                <c:pt idx="21">
                  <c:v>1.0456</c:v>
                </c:pt>
                <c:pt idx="22">
                  <c:v>1.2364</c:v>
                </c:pt>
                <c:pt idx="23">
                  <c:v>3.6827</c:v>
                </c:pt>
                <c:pt idx="24">
                  <c:v>12.7171</c:v>
                </c:pt>
                <c:pt idx="25">
                  <c:v>0.4362</c:v>
                </c:pt>
                <c:pt idx="26">
                  <c:v>5.4362</c:v>
                </c:pt>
                <c:pt idx="27">
                  <c:v>10.3712</c:v>
                </c:pt>
                <c:pt idx="28">
                  <c:v>0.1245</c:v>
                </c:pt>
                <c:pt idx="29">
                  <c:v>17.794</c:v>
                </c:pt>
                <c:pt idx="30">
                  <c:v>0.1914</c:v>
                </c:pt>
                <c:pt idx="31">
                  <c:v>1.7113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11409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Sheet1!$J$2:$J$34</c:f>
              <c:numCache>
                <c:formatCode>General</c:formatCode>
                <c:ptCount val="33"/>
                <c:pt idx="0">
                  <c:v>0.2567</c:v>
                </c:pt>
                <c:pt idx="1">
                  <c:v>0.2152</c:v>
                </c:pt>
                <c:pt idx="2">
                  <c:v>1.0203</c:v>
                </c:pt>
                <c:pt idx="3">
                  <c:v>1.6307</c:v>
                </c:pt>
                <c:pt idx="4">
                  <c:v>1.3111</c:v>
                </c:pt>
                <c:pt idx="5">
                  <c:v>0.5779</c:v>
                </c:pt>
                <c:pt idx="6">
                  <c:v>0.3945</c:v>
                </c:pt>
                <c:pt idx="7">
                  <c:v>11.9921</c:v>
                </c:pt>
                <c:pt idx="8">
                  <c:v>17.7252</c:v>
                </c:pt>
                <c:pt idx="9">
                  <c:v>0.0604</c:v>
                </c:pt>
                <c:pt idx="10">
                  <c:v>1.1225</c:v>
                </c:pt>
                <c:pt idx="11">
                  <c:v>0.138</c:v>
                </c:pt>
                <c:pt idx="12">
                  <c:v>0.2439</c:v>
                </c:pt>
                <c:pt idx="13">
                  <c:v>0.3476</c:v>
                </c:pt>
                <c:pt idx="14">
                  <c:v>0.1491</c:v>
                </c:pt>
                <c:pt idx="15">
                  <c:v>2.5287</c:v>
                </c:pt>
                <c:pt idx="16">
                  <c:v>0.0144</c:v>
                </c:pt>
                <c:pt idx="17">
                  <c:v>1.1854</c:v>
                </c:pt>
                <c:pt idx="18">
                  <c:v>0.1279</c:v>
                </c:pt>
                <c:pt idx="19">
                  <c:v>0.0332</c:v>
                </c:pt>
                <c:pt idx="20">
                  <c:v>3.6064</c:v>
                </c:pt>
                <c:pt idx="21">
                  <c:v>1.0547</c:v>
                </c:pt>
                <c:pt idx="22">
                  <c:v>1.1559</c:v>
                </c:pt>
                <c:pt idx="23">
                  <c:v>3.5071</c:v>
                </c:pt>
                <c:pt idx="24">
                  <c:v>12.712</c:v>
                </c:pt>
                <c:pt idx="25">
                  <c:v>0.4467</c:v>
                </c:pt>
                <c:pt idx="26">
                  <c:v>5.3066</c:v>
                </c:pt>
                <c:pt idx="27">
                  <c:v>10.8974</c:v>
                </c:pt>
                <c:pt idx="28">
                  <c:v>0.123</c:v>
                </c:pt>
                <c:pt idx="29">
                  <c:v>18.2883</c:v>
                </c:pt>
                <c:pt idx="30">
                  <c:v>0.1938</c:v>
                </c:pt>
                <c:pt idx="31">
                  <c:v>1.6333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11410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Sheet1!$K$2:$K$34</c:f>
              <c:numCache>
                <c:formatCode>General</c:formatCode>
                <c:ptCount val="33"/>
                <c:pt idx="0">
                  <c:v>0.235</c:v>
                </c:pt>
                <c:pt idx="1">
                  <c:v>0.1912</c:v>
                </c:pt>
                <c:pt idx="2">
                  <c:v>0.949</c:v>
                </c:pt>
                <c:pt idx="3">
                  <c:v>1.6802</c:v>
                </c:pt>
                <c:pt idx="4">
                  <c:v>1.3003</c:v>
                </c:pt>
                <c:pt idx="5">
                  <c:v>0.4933</c:v>
                </c:pt>
                <c:pt idx="6">
                  <c:v>0.3959</c:v>
                </c:pt>
                <c:pt idx="7">
                  <c:v>12.4729</c:v>
                </c:pt>
                <c:pt idx="8">
                  <c:v>17.4405</c:v>
                </c:pt>
                <c:pt idx="9">
                  <c:v>0.0482</c:v>
                </c:pt>
                <c:pt idx="10">
                  <c:v>1.0181</c:v>
                </c:pt>
                <c:pt idx="11">
                  <c:v>0.1339</c:v>
                </c:pt>
                <c:pt idx="12">
                  <c:v>0.2337</c:v>
                </c:pt>
                <c:pt idx="13">
                  <c:v>0.3072</c:v>
                </c:pt>
                <c:pt idx="14">
                  <c:v>0.1483</c:v>
                </c:pt>
                <c:pt idx="15">
                  <c:v>2.5658</c:v>
                </c:pt>
                <c:pt idx="16">
                  <c:v>0.0114</c:v>
                </c:pt>
                <c:pt idx="17">
                  <c:v>1.0213</c:v>
                </c:pt>
                <c:pt idx="18">
                  <c:v>0.124</c:v>
                </c:pt>
                <c:pt idx="19">
                  <c:v>0.0316</c:v>
                </c:pt>
                <c:pt idx="20">
                  <c:v>3.1788</c:v>
                </c:pt>
                <c:pt idx="21">
                  <c:v>1.014</c:v>
                </c:pt>
                <c:pt idx="22">
                  <c:v>1.1864</c:v>
                </c:pt>
                <c:pt idx="23">
                  <c:v>3.5488</c:v>
                </c:pt>
                <c:pt idx="24">
                  <c:v>14.077</c:v>
                </c:pt>
                <c:pt idx="25">
                  <c:v>0.463</c:v>
                </c:pt>
                <c:pt idx="26">
                  <c:v>5.5665</c:v>
                </c:pt>
                <c:pt idx="27">
                  <c:v>10.7561</c:v>
                </c:pt>
                <c:pt idx="28">
                  <c:v>0.102</c:v>
                </c:pt>
                <c:pt idx="29">
                  <c:v>17.6653</c:v>
                </c:pt>
                <c:pt idx="30">
                  <c:v>0.1747</c:v>
                </c:pt>
                <c:pt idx="31">
                  <c:v>1.4657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11411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Sheet1!$L$2:$L$34</c:f>
              <c:numCache>
                <c:formatCode>General</c:formatCode>
                <c:ptCount val="33"/>
                <c:pt idx="0">
                  <c:v>0.2439</c:v>
                </c:pt>
                <c:pt idx="1">
                  <c:v>0.2023</c:v>
                </c:pt>
                <c:pt idx="2">
                  <c:v>1.0752</c:v>
                </c:pt>
                <c:pt idx="3">
                  <c:v>1.6527</c:v>
                </c:pt>
                <c:pt idx="4">
                  <c:v>1.2475</c:v>
                </c:pt>
                <c:pt idx="5">
                  <c:v>0.5283</c:v>
                </c:pt>
                <c:pt idx="6">
                  <c:v>0.3923</c:v>
                </c:pt>
                <c:pt idx="7">
                  <c:v>12.8927</c:v>
                </c:pt>
                <c:pt idx="8">
                  <c:v>17.4714</c:v>
                </c:pt>
                <c:pt idx="9">
                  <c:v>0.062</c:v>
                </c:pt>
                <c:pt idx="10">
                  <c:v>1.1095</c:v>
                </c:pt>
                <c:pt idx="11">
                  <c:v>0.1521</c:v>
                </c:pt>
                <c:pt idx="12">
                  <c:v>0.2659</c:v>
                </c:pt>
                <c:pt idx="13">
                  <c:v>0.3143</c:v>
                </c:pt>
                <c:pt idx="14">
                  <c:v>0.1469</c:v>
                </c:pt>
                <c:pt idx="15">
                  <c:v>2.6256</c:v>
                </c:pt>
                <c:pt idx="16">
                  <c:v>0.0123</c:v>
                </c:pt>
                <c:pt idx="17">
                  <c:v>0.9931</c:v>
                </c:pt>
                <c:pt idx="18">
                  <c:v>0.1236</c:v>
                </c:pt>
                <c:pt idx="19">
                  <c:v>0.0346</c:v>
                </c:pt>
                <c:pt idx="20">
                  <c:v>3.5209</c:v>
                </c:pt>
                <c:pt idx="21">
                  <c:v>1.0672</c:v>
                </c:pt>
                <c:pt idx="22">
                  <c:v>1.1676</c:v>
                </c:pt>
                <c:pt idx="23">
                  <c:v>3.4763</c:v>
                </c:pt>
                <c:pt idx="24">
                  <c:v>12.2084</c:v>
                </c:pt>
                <c:pt idx="25">
                  <c:v>0.4586</c:v>
                </c:pt>
                <c:pt idx="26">
                  <c:v>5.3343</c:v>
                </c:pt>
                <c:pt idx="27">
                  <c:v>10.9301</c:v>
                </c:pt>
                <c:pt idx="28">
                  <c:v>0.12</c:v>
                </c:pt>
                <c:pt idx="29">
                  <c:v>18.264</c:v>
                </c:pt>
                <c:pt idx="30">
                  <c:v>0.1854</c:v>
                </c:pt>
                <c:pt idx="31">
                  <c:v>1.7213</c:v>
                </c:pt>
              </c:numCache>
            </c:numRef>
          </c:val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11412</c:v>
                </c:pt>
              </c:strCache>
            </c:strRef>
          </c:tx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Sheet1!$M$2:$M$34</c:f>
              <c:numCache>
                <c:formatCode>General</c:formatCode>
                <c:ptCount val="33"/>
                <c:pt idx="0">
                  <c:v>0.2648</c:v>
                </c:pt>
                <c:pt idx="1">
                  <c:v>0.223</c:v>
                </c:pt>
                <c:pt idx="2">
                  <c:v>1.0129</c:v>
                </c:pt>
                <c:pt idx="3">
                  <c:v>1.6716</c:v>
                </c:pt>
                <c:pt idx="4">
                  <c:v>1.272</c:v>
                </c:pt>
                <c:pt idx="5">
                  <c:v>0.5323</c:v>
                </c:pt>
                <c:pt idx="6">
                  <c:v>0.3938</c:v>
                </c:pt>
                <c:pt idx="7">
                  <c:v>12.9774</c:v>
                </c:pt>
                <c:pt idx="8">
                  <c:v>18.0482</c:v>
                </c:pt>
                <c:pt idx="9">
                  <c:v>0.037</c:v>
                </c:pt>
                <c:pt idx="10">
                  <c:v>1.0846</c:v>
                </c:pt>
                <c:pt idx="11">
                  <c:v>0.147</c:v>
                </c:pt>
                <c:pt idx="12">
                  <c:v>0.2483</c:v>
                </c:pt>
                <c:pt idx="13">
                  <c:v>0.3103</c:v>
                </c:pt>
                <c:pt idx="14">
                  <c:v>0.1473</c:v>
                </c:pt>
                <c:pt idx="15">
                  <c:v>2.5824</c:v>
                </c:pt>
                <c:pt idx="16">
                  <c:v>0.0112</c:v>
                </c:pt>
                <c:pt idx="17">
                  <c:v>1.1428</c:v>
                </c:pt>
                <c:pt idx="18">
                  <c:v>0.1405</c:v>
                </c:pt>
                <c:pt idx="19">
                  <c:v>0.0311</c:v>
                </c:pt>
                <c:pt idx="20">
                  <c:v>3.3066</c:v>
                </c:pt>
                <c:pt idx="21">
                  <c:v>0.9957</c:v>
                </c:pt>
                <c:pt idx="22">
                  <c:v>1.2024</c:v>
                </c:pt>
                <c:pt idx="23">
                  <c:v>3.4911</c:v>
                </c:pt>
                <c:pt idx="24">
                  <c:v>11.9692</c:v>
                </c:pt>
                <c:pt idx="25">
                  <c:v>0.4853</c:v>
                </c:pt>
                <c:pt idx="26">
                  <c:v>5.2883</c:v>
                </c:pt>
                <c:pt idx="27">
                  <c:v>10.6687</c:v>
                </c:pt>
                <c:pt idx="28">
                  <c:v>0.113</c:v>
                </c:pt>
                <c:pt idx="29">
                  <c:v>18.4978</c:v>
                </c:pt>
                <c:pt idx="30">
                  <c:v>0.1931</c:v>
                </c:pt>
                <c:pt idx="31">
                  <c:v>1.5105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信用卡市場分析與經營洞察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01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市場整體概況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02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成長動能檢視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03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業者競爭態勢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04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策略建議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05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01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市場整體概況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流通卡數在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60,485,911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張，自年初以來保持平穩，反映市場已進入飽和階段，新增發卡空間有限，銀行競爭重心應轉向存量客戶的活躍度提升與消費額度管理。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當月簽帳金額達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453,663,538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，較年初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338,561,389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呈現上升趨勢，表明市場消費動能持續，但需關注季節性波動對全年簽帳穩定性的影響。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流通卡數與簽帳金額的增長不同步，卡數增速放緩而簽帳金額仍有成長空間，說明市場規模擴張主要由單卡消費額度提升驅動，而非新卡發行，銀行應強化高價值客戶的消費激勵與信用額度優化策略。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年初至今簽帳金額波動幅度相對穩定，未出現明顯衰退，顯示消費信心維持，但流通卡數的停滯意味著市場增長天花板已現，未來成長必須依賴提高單卡消費頻率與客戶黏著度。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信用卡市場規模全景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台灣信用卡市場流通卡數穩定，簽帳金額驅動市場成長，存量競爭特徵明顯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簽帳金額市場由少數大型銀行主導，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中國信託商業銀行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為最大參與者，其市占規模顯著領先其他競爭者，反映消費金融市場的自然寡占特性，新進或中小銀行難以撼動既有格局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前三大銀行簽帳金額市占集中度高於整體Top 10平均水準，表明市場競爭已進入品牌與客戶黏著度驅動的階段，規模優勢轉化為定價與風控能力，中小銀行應聚焦差異化服務而非規模競爭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Top 10銀行簽帳金額市占分布呈現明顯梯隊特徵，第四至十名銀行市占差距相對均勻，顯示中段市場存在競爭空間，但突破前三大壁壘需要特定客群策略或產品創新，而非單純的行銷投入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簽帳金額集中度高於預期的有效卡數分布，意味著大型銀行不僅掌握客戶數量，更掌握高價值客群，建議中小銀行重新評估客戶結構與消費金額分層，以提升單卡貢獻度而非盲目擴張卡量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市場主要參與者的市占格局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Top 10銀行簽帳金額市占達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88.5%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，市場集中度維持高位，前三大銀行掌握核心客群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02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成長動能檢視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簽帳金額在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11407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達到高點，成長幅度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65.9%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，明顯超越同期流通卡數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0.7%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的增速，顯示市場成長由交易量而非發卡量驅動。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流通卡數成長率自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0.2%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起逐步放緩至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0.1%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，反映發卡市場已進入存量競爭階段，新增卡量增長空間受限。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循環信用餘額波動幅度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1.9%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至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-0.9%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，較卡數與簽帳金額更為劇烈，提示消費者信用使用意願受經濟周期與政策環境影響較大。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簽帳金額與流通卡數增速分化擴大，意味著單卡簽帳額持續提升，應重點關注高價值客群的消費行為與留存策略。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市場成長軌跡與動能來源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簽帳金額成長動能領先卡數，信用餘額波動反映消費信心變化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流通卡數預計自 114 年 1 月至預測期間持續線性增長，累積成長幅度達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61,307,739.5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相對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58,654,745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的水準，顯示發卡市場仍有增長空間，但增速已進入平穩期，新增卡量主要來自既有客群的多卡持有與邊際新客開發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當月簽帳金額預期沿著既有軌跡增長，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481,941,158.5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相對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338,561,389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的成長幅度，表明消費支出仍具韌性，但增長動能與卡數增速不同步，意味著單卡簽帳額的邊際貢獻已成為市場成長的主要驅動力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循環信用餘額增速明顯低於卡數與簽帳金額增速，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119,834,808.0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相對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113,560,448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的增幅，反映消費者分期付款與循環利用意願下降，或已達到信用額度飽和，需關注消費信貸需求是否已進入存量競爭階段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三大指標增速分化預示市場結構性變化，流通卡數與簽帳金額的溫和增長難以支撐循環信用餘額的同步擴張，銀行應重新評估消費金融產品組合，考慮轉向高端客群、特定消費場景或非循環信用產品以維持收益成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未來市場規模預測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流通卡數與簽帳金額預期穩定成長，但循環信用餘額增速放緩，反映消費信貸需求趨於飽和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03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業者競爭態勢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台新在 114 年 3 月簽帳金額達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，位居全市場第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名，與排名第一的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總計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相比規模約為其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倍，顯示市場集中度高且領先者優勢明顯。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Top 10 銀行簽帳金額合計占全市場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754,345,284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的比重，台新雖在前十大之列但排名相對靠後，與第 5 名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總計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的差距達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倍，反映其在主流消費金融市場的滲透力仍有提升空間。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相較於同規模的民營銀行競爭對手，台新簽帳金額處於中段班位置，與上海商銀、台北富邦等傳統商銀相比規模相當，但與國泰世華、兆豐等大型銀行的差距明顯，顯示台新需在特定客群或消費場景深化競爭力以突破排名瓶頸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市場前三大銀行（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總計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總計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總計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）的簽帳金額合計占全市場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754,345,284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以上，寡占格局穩固，台新若要提升市場地位，應聚焦於高價值客群或特定消費場景的差異化策略，而非全面追趕頭部銀行。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台新在簽帳金額的競爭位置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台新簽帳金額排名第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 位，與 Top 3 銀行差距逾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754,345,284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 倍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有效卡數排名處於市場中段偏後位置，與排名前五大的國營及大型商業銀行相比，卡片基礎規模差距顯著。這反映台新在傳統發卡市場的滲透力相對有限，主要競爭對手如臺灣銀行、第一商業銀行等仍掌握市場主導地位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相較於同為民營商業銀行的玉山、永豐等競爭對手，台新的排名位置顯示其在卡片基礎累積上進度落後。這意味著台新在既有客戶基礎轉化與新卡發行上，相對缺乏規模優勢，需要重新評估發卡策略的競爭力。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台新的排名位置提示，單純依賴傳統有效卡數指標已難以建立市場競爭優勢。銀行應轉向關注卡片活躍度、簽帳金額貢獻度等質量指標，而非僅追求卡片數量的市場占比，以提升卡片業務的盈利效率。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市場排名分布顯示，前十大銀行掌握市場主要卡片基礎，台新若要提升市場地位，應考慮透過差異化產品設計、特定客群深耕或與異業合作等策略，突破傳統發卡競爭的規模劣勢。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台新在有效卡數的市場滲透力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台新在有效卡數市場排名第 </a:t>
            </a:r>
            <a:r>
              <a:rPr sz="13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5 名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 位，卡片基礎規模與主流商業銀行存在明顯差距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台新在循環信用餘額排名中位處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4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名，相較於市場領導者仍有明顯差距。此排名反映台新在循環信用業務上的市場滲透力相對較弱，與大型商業銀行及專業信用卡發行機構相比缺乏規模優勢，需要重新評估該業務線的投資報酬率與競爭策略。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循環信用餘額排名前三名由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花旗(台灣)商業銀行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、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花旗(台灣)商業銀行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與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花旗(台灣)商業銀行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主導，這些機構掌握市場主要客群與消費信用需求。台新未能進入前十大排名，意味著在客戶基礎、品牌認知度或風險定價能力上均處於劣勢，難以與領導者競爭同一客層。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應審視循環信用業務是否為核心競爭力所在，或是否應轉向分期付款等其他消費金融產品以尋求差異化。若循環信用業務持續邊緣化，資本與人力資源可能更有效地配置至其他高報酬業務線，以提升整體獲利能力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台新在信用餘額業務的競爭力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台新循環信用餘額排名位處中段班，市場競爭力有限，需評估業務策略調整方向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台新在當月轉銷呆帳金額排名中位居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6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名，處於市場中游位置。相較於國泰世華、中信等大型商業銀行的前段班排名，台新的呆帳規模反映其信用卡業務規模相對較小，但同時也意味著風險資產基數較低，不構成系統性風險隱憂。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與同業相比，台新的轉銷呆帳排名穩定性值得關注。若排名在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4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至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第 6 名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期間波動幅度不大，顯示其風險管理政策執行一致，客群品質控制相對穩健，不存在短期風險管理鬆動的跡象。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台新應持續監控排名變化趨勢。若轉銷呆帳排名向前段班靠近，需檢視是否源於業務量成長、客群結構變化或風險管理標準調整，以區分是正常業務擴張或風險管理效能下滑，進而採取相應的信用政策調整。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相對於市場整體風險水準，台新的中游排名位置提示其風險承受能力與市場平均水準相近。建議與排名相近的競爭對手進行呆帳率、逾期率等相對指標的深度對標，以評估風險管理的相對競爭力，而非單純依賴排名絕對位置進行判斷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台新的風險管理表現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台新轉銷呆帳排名位處中段班，風險管理水準與市場主流銀行相當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04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策略建議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流通卡數預期在預測期間持續增長，從 114 年 1 月至預測+3 期間呈現線性擴張，反映市場發卡競爭仍未飽和。台新應聚焦於高價值客群的新卡開發與既有客戶的活卡率提升，而非盲目追求發卡量，以確保獲利質量。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當月簽帳金額成長動能強於流通卡數增速，預測期間的簽帳金額增幅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481,941,158.5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相對基期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338,561,389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的成長幅度，顯示市場消費力道持續提升。台新應強化高消費客群的權益設計與消費場景布局，以提升簽帳滲透率。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預測軌跡相對平穩，增長幅度低於簽帳金額，暗示市場消費者信用使用習慣趨向理性。台新應調整循環信用的風險定價與額度管理策略，避免過度依賴循環利息收入，轉向交易手續費與增值服務的收益模式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三項指標在預測+1 至預測+3 期間的外推值均基於線性回歸模型，實際市場波動可能因經濟周期、政策變化或競爭加劇而偏離預測。台新應建立動態監測機制，定期檢視市場實際表現與預測差異，及時調整市場定位與產品策略。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市場成長機會與台新的定位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市場三大指標均呈穩定成長軌跡，流通卡數與簽帳金額將成為台新搶占份額的主要戰場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台新在簽帳金額市占率中位居第二梯隊，與市場領導者存在明顯差距。相較於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中國信託商業銀行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等頭部銀行的市場地位，台新需要透過差異化策略而非規模競爭來提升競爭力，建議優先鎖定特定客群或消費場景的深度滲透，而非追求全面市占率提升。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成長已進入存量競爭階段，卡片基礎與信用業務成為關鍵槓桿。台新應評估現有發卡量是否充分轉化為簽帳貢獻，若轉化率低於同業平均，應優先強化信用業務與風險管理，以提高單卡簽帳額與客戶留存率，而非盲目擴張卡片基礎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風險管理與信用業務的優化將直接影響簽帳金額的可持續性。建議台新建立客群分層的風險評估模型，針對高價值客群提供差異化的信用額度與優惠方案，同時強化逾期預警與催收機制，以確保簽帳成長的品質與穩定性，避免規模擴張帶來的風險累積。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市場競爭格局顯示，中小型銀行的市占率差異相對較小，台新應轉向精細化運營而非廣泛競爭。優先強化特定產業別或消費場景的簽帳滲透率，例如電商、餐飲或旅遊等高頻消費領域，透過與商戶的深度合作與數據分析，建立難以複製的競爭優勢，進而提升市場地位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台新的優先策略行動方案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台新簽帳金額市占率處於中段位置，應聚焦差異化商品與客群深耕以突破成長瓶頸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市場整體概況｜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台灣信用卡市場流通卡數穩定，簽帳金額驅動市場成長，存量競爭特徵明顯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（P.4）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成長動能檢視｜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簽帳金額成長動能領先卡數，信用餘額波動反映消費信心變化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（P.7）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業者競爭態勢｜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台新簽帳金額排名第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39,655,164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位，與 Top 3 銀行差距逾 </a:t>
            </a:r>
            <a:r>
              <a:rPr sz="1100" b="1">
                <a:solidFill>
                  <a:srgbClr val="1A1A1A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754,345,284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倍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（P.10）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策略建議｜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市場三大指標均呈穩定成長軌跡，流通卡數與簽帳金額將成為台新搶占份額的主要戰場</a:t>
            </a:r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（P.15）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